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Lst>
  <p:notesMasterIdLst>
    <p:notesMasterId r:id="rId20"/>
  </p:notesMasterIdLst>
  <p:sldIdLst>
    <p:sldId id="256" r:id="rId2"/>
    <p:sldId id="264" r:id="rId3"/>
    <p:sldId id="347" r:id="rId4"/>
    <p:sldId id="348" r:id="rId5"/>
    <p:sldId id="259" r:id="rId6"/>
    <p:sldId id="314" r:id="rId7"/>
    <p:sldId id="357" r:id="rId8"/>
    <p:sldId id="343" r:id="rId9"/>
    <p:sldId id="358" r:id="rId10"/>
    <p:sldId id="346" r:id="rId11"/>
    <p:sldId id="359" r:id="rId12"/>
    <p:sldId id="360" r:id="rId13"/>
    <p:sldId id="361" r:id="rId14"/>
    <p:sldId id="362" r:id="rId15"/>
    <p:sldId id="363" r:id="rId16"/>
    <p:sldId id="364" r:id="rId17"/>
    <p:sldId id="291" r:id="rId18"/>
    <p:sldId id="315" r:id="rId19"/>
  </p:sldIdLst>
  <p:sldSz cx="9144000" cy="5143500" type="screen16x9"/>
  <p:notesSz cx="6858000" cy="9144000"/>
  <p:embeddedFontLst>
    <p:embeddedFont>
      <p:font typeface="Kenao Sans Serif" panose="020B0604020202020204" charset="0"/>
      <p:regular r:id="rId21"/>
    </p:embeddedFont>
    <p:embeddedFont>
      <p:font typeface="Lexend Exa" panose="020B0604020202020204" charset="0"/>
      <p:regular r:id="rId22"/>
      <p:bold r:id="rId23"/>
    </p:embeddedFont>
    <p:embeddedFont>
      <p:font typeface="Red Hat Text"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5837"/>
    <a:srgbClr val="823E43"/>
    <a:srgbClr val="2D8224"/>
    <a:srgbClr val="B2060E"/>
    <a:srgbClr val="B0051A"/>
    <a:srgbClr val="B9B3F7"/>
    <a:srgbClr val="F9F0E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E7A7241-75DB-43FB-A18A-1E603D4DFA08}">
  <a:tblStyle styleId="{BE7A7241-75DB-43FB-A18A-1E603D4DFA0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94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ac7ecdd8c3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ac7ecdd8c3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ac7ecdd8c3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0" name="Google Shape;740;gac7ecdd8c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aca93be222_2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aca93be222_2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5801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aca93be222_2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aca93be222_2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6166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114d4dce063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114d4dce063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4"/>
        <p:cNvGrpSpPr/>
        <p:nvPr/>
      </p:nvGrpSpPr>
      <p:grpSpPr>
        <a:xfrm>
          <a:off x="0" y="0"/>
          <a:ext cx="0" cy="0"/>
          <a:chOff x="0" y="0"/>
          <a:chExt cx="0" cy="0"/>
        </a:xfrm>
      </p:grpSpPr>
      <p:sp>
        <p:nvSpPr>
          <p:cNvPr id="2415" name="Google Shape;2415;g11583f128e6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6" name="Google Shape;2416;g11583f128e6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4">
          <a:extLst>
            <a:ext uri="{FF2B5EF4-FFF2-40B4-BE49-F238E27FC236}">
              <a16:creationId xmlns:a16="http://schemas.microsoft.com/office/drawing/2014/main" id="{297C9E29-EBB0-6E11-DC97-28F94EBF4457}"/>
            </a:ext>
          </a:extLst>
        </p:cNvPr>
        <p:cNvGrpSpPr/>
        <p:nvPr/>
      </p:nvGrpSpPr>
      <p:grpSpPr>
        <a:xfrm>
          <a:off x="0" y="0"/>
          <a:ext cx="0" cy="0"/>
          <a:chOff x="0" y="0"/>
          <a:chExt cx="0" cy="0"/>
        </a:xfrm>
      </p:grpSpPr>
      <p:sp>
        <p:nvSpPr>
          <p:cNvPr id="2415" name="Google Shape;2415;g11583f128e6_0_35:notes">
            <a:extLst>
              <a:ext uri="{FF2B5EF4-FFF2-40B4-BE49-F238E27FC236}">
                <a16:creationId xmlns:a16="http://schemas.microsoft.com/office/drawing/2014/main" id="{5E5A560F-AFA7-A7DA-5226-1C041AD051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6" name="Google Shape;2416;g11583f128e6_0_35:notes">
            <a:extLst>
              <a:ext uri="{FF2B5EF4-FFF2-40B4-BE49-F238E27FC236}">
                <a16:creationId xmlns:a16="http://schemas.microsoft.com/office/drawing/2014/main" id="{B3C0EE31-17FB-FFD0-D60E-FD92049D20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3098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1"/>
        <p:cNvGrpSpPr/>
        <p:nvPr/>
      </p:nvGrpSpPr>
      <p:grpSpPr>
        <a:xfrm>
          <a:off x="0" y="0"/>
          <a:ext cx="0" cy="0"/>
          <a:chOff x="0" y="0"/>
          <a:chExt cx="0" cy="0"/>
        </a:xfrm>
      </p:grpSpPr>
      <p:sp>
        <p:nvSpPr>
          <p:cNvPr id="2012" name="Google Shape;2012;g11583f128e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3" name="Google Shape;2013;g11583f128e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2"/>
        <p:cNvGrpSpPr/>
        <p:nvPr/>
      </p:nvGrpSpPr>
      <p:grpSpPr>
        <a:xfrm>
          <a:off x="0" y="0"/>
          <a:ext cx="0" cy="0"/>
          <a:chOff x="0" y="0"/>
          <a:chExt cx="0" cy="0"/>
        </a:xfrm>
      </p:grpSpPr>
      <p:sp>
        <p:nvSpPr>
          <p:cNvPr id="2433" name="Google Shape;2433;ga2ff256fbf_0_24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4" name="Google Shape;2434;ga2ff256fbf_0_24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grpSp>
        <p:nvGrpSpPr>
          <p:cNvPr id="9" name="Google Shape;9;p2"/>
          <p:cNvGrpSpPr/>
          <p:nvPr/>
        </p:nvGrpSpPr>
        <p:grpSpPr>
          <a:xfrm>
            <a:off x="4607922" y="159125"/>
            <a:ext cx="4368752" cy="4825250"/>
            <a:chOff x="164875" y="162825"/>
            <a:chExt cx="8832900" cy="4825250"/>
          </a:xfrm>
        </p:grpSpPr>
        <p:sp>
          <p:nvSpPr>
            <p:cNvPr id="10" name="Google Shape;10;p2"/>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rgbClr val="823E43"/>
              </a:solidFill>
              <a:prstDash val="solid"/>
              <a:round/>
              <a:headEnd type="none" w="med" len="med"/>
              <a:tailEnd type="none" w="med" len="med"/>
            </a:ln>
          </p:spPr>
        </p:sp>
        <p:cxnSp>
          <p:nvCxnSpPr>
            <p:cNvPr id="11" name="Google Shape;11;p2"/>
            <p:cNvCxnSpPr/>
            <p:nvPr/>
          </p:nvCxnSpPr>
          <p:spPr>
            <a:xfrm>
              <a:off x="8978199" y="784475"/>
              <a:ext cx="0" cy="4091700"/>
            </a:xfrm>
            <a:prstGeom prst="straightConnector1">
              <a:avLst/>
            </a:prstGeom>
            <a:noFill/>
            <a:ln w="19050" cap="flat" cmpd="sng">
              <a:solidFill>
                <a:schemeClr val="dk1"/>
              </a:solidFill>
              <a:prstDash val="dot"/>
              <a:round/>
              <a:headEnd type="none" w="med" len="med"/>
              <a:tailEnd type="none" w="med" len="med"/>
            </a:ln>
          </p:spPr>
        </p:cxnSp>
        <p:cxnSp>
          <p:nvCxnSpPr>
            <p:cNvPr id="12" name="Google Shape;12;p2"/>
            <p:cNvCxnSpPr/>
            <p:nvPr/>
          </p:nvCxnSpPr>
          <p:spPr>
            <a:xfrm>
              <a:off x="164875" y="4988075"/>
              <a:ext cx="8832900" cy="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a:off x="169011" y="784475"/>
              <a:ext cx="0" cy="4091700"/>
            </a:xfrm>
            <a:prstGeom prst="straightConnector1">
              <a:avLst/>
            </a:prstGeom>
            <a:noFill/>
            <a:ln w="19050" cap="flat" cmpd="sng">
              <a:solidFill>
                <a:schemeClr val="dk1"/>
              </a:solidFill>
              <a:prstDash val="dot"/>
              <a:round/>
              <a:headEnd type="none" w="med" len="med"/>
              <a:tailEnd type="none" w="med" len="med"/>
            </a:ln>
          </p:spPr>
        </p:cxnSp>
      </p:grpSp>
      <p:cxnSp>
        <p:nvCxnSpPr>
          <p:cNvPr id="14" name="Google Shape;14;p2"/>
          <p:cNvCxnSpPr/>
          <p:nvPr/>
        </p:nvCxnSpPr>
        <p:spPr>
          <a:xfrm>
            <a:off x="5120369" y="1669750"/>
            <a:ext cx="3351600" cy="0"/>
          </a:xfrm>
          <a:prstGeom prst="straightConnector1">
            <a:avLst/>
          </a:prstGeom>
          <a:noFill/>
          <a:ln w="19050" cap="flat" cmpd="sng">
            <a:solidFill>
              <a:schemeClr val="dk1"/>
            </a:solidFill>
            <a:prstDash val="solid"/>
            <a:round/>
            <a:headEnd type="none" w="med" len="med"/>
            <a:tailEnd type="none" w="med" len="med"/>
          </a:ln>
        </p:spPr>
      </p:cxnSp>
      <p:cxnSp>
        <p:nvCxnSpPr>
          <p:cNvPr id="15" name="Google Shape;15;p2"/>
          <p:cNvCxnSpPr/>
          <p:nvPr/>
        </p:nvCxnSpPr>
        <p:spPr>
          <a:xfrm>
            <a:off x="5120369" y="3565200"/>
            <a:ext cx="3351600" cy="0"/>
          </a:xfrm>
          <a:prstGeom prst="straightConnector1">
            <a:avLst/>
          </a:prstGeom>
          <a:noFill/>
          <a:ln w="19050" cap="flat" cmpd="sng">
            <a:solidFill>
              <a:schemeClr val="dk1"/>
            </a:solidFill>
            <a:prstDash val="solid"/>
            <a:round/>
            <a:headEnd type="none" w="med" len="med"/>
            <a:tailEnd type="none" w="med" len="med"/>
          </a:ln>
        </p:spPr>
      </p:cxnSp>
      <p:sp>
        <p:nvSpPr>
          <p:cNvPr id="16" name="Google Shape;16;p2"/>
          <p:cNvSpPr txBox="1">
            <a:spLocks noGrp="1"/>
          </p:cNvSpPr>
          <p:nvPr>
            <p:ph type="ctrTitle"/>
          </p:nvPr>
        </p:nvSpPr>
        <p:spPr>
          <a:xfrm>
            <a:off x="5033375" y="1804174"/>
            <a:ext cx="3525600" cy="17235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5200"/>
              <a:buNone/>
              <a:defRPr sz="5200">
                <a:latin typeface="Lexend Exa"/>
                <a:ea typeface="Lexend Exa"/>
                <a:cs typeface="Lexend Exa"/>
                <a:sym typeface="Lexend Exa"/>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7" name="Google Shape;17;p2"/>
          <p:cNvSpPr txBox="1">
            <a:spLocks noGrp="1"/>
          </p:cNvSpPr>
          <p:nvPr>
            <p:ph type="subTitle" idx="1"/>
          </p:nvPr>
        </p:nvSpPr>
        <p:spPr>
          <a:xfrm>
            <a:off x="5009069" y="3772920"/>
            <a:ext cx="3574200" cy="31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800"/>
              <a:buNone/>
              <a:defRPr sz="1400">
                <a:solidFill>
                  <a:schemeClr val="dk1"/>
                </a:solidFill>
                <a:latin typeface="Red Hat Text"/>
                <a:ea typeface="Red Hat Text"/>
                <a:cs typeface="Red Hat Text"/>
                <a:sym typeface="Red Hat Tex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8" name="Google Shape;18;p2"/>
          <p:cNvCxnSpPr/>
          <p:nvPr/>
        </p:nvCxnSpPr>
        <p:spPr>
          <a:xfrm>
            <a:off x="4619800" y="4984375"/>
            <a:ext cx="43686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lt1"/>
        </a:solidFill>
        <a:effectLst/>
      </p:bgPr>
    </p:bg>
    <p:spTree>
      <p:nvGrpSpPr>
        <p:cNvPr id="1" name="Shape 54"/>
        <p:cNvGrpSpPr/>
        <p:nvPr/>
      </p:nvGrpSpPr>
      <p:grpSpPr>
        <a:xfrm>
          <a:off x="0" y="0"/>
          <a:ext cx="0" cy="0"/>
          <a:chOff x="0" y="0"/>
          <a:chExt cx="0" cy="0"/>
        </a:xfrm>
      </p:grpSpPr>
      <p:grpSp>
        <p:nvGrpSpPr>
          <p:cNvPr id="55" name="Google Shape;55;p7"/>
          <p:cNvGrpSpPr/>
          <p:nvPr/>
        </p:nvGrpSpPr>
        <p:grpSpPr>
          <a:xfrm>
            <a:off x="155550" y="159125"/>
            <a:ext cx="8832900" cy="4825250"/>
            <a:chOff x="164875" y="162825"/>
            <a:chExt cx="8832900" cy="4825250"/>
          </a:xfrm>
        </p:grpSpPr>
        <p:sp>
          <p:nvSpPr>
            <p:cNvPr id="56" name="Google Shape;56;p7"/>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rgbClr val="823E43"/>
              </a:solidFill>
              <a:prstDash val="solid"/>
              <a:round/>
              <a:headEnd type="none" w="med" len="med"/>
              <a:tailEnd type="none" w="med" len="med"/>
            </a:ln>
          </p:spPr>
        </p:sp>
        <p:cxnSp>
          <p:nvCxnSpPr>
            <p:cNvPr id="57" name="Google Shape;57;p7"/>
            <p:cNvCxnSpPr/>
            <p:nvPr/>
          </p:nvCxnSpPr>
          <p:spPr>
            <a:xfrm>
              <a:off x="8978199" y="784475"/>
              <a:ext cx="0" cy="4091700"/>
            </a:xfrm>
            <a:prstGeom prst="straightConnector1">
              <a:avLst/>
            </a:prstGeom>
            <a:noFill/>
            <a:ln w="19050" cap="flat" cmpd="sng">
              <a:solidFill>
                <a:schemeClr val="dk1"/>
              </a:solidFill>
              <a:prstDash val="dot"/>
              <a:round/>
              <a:headEnd type="none" w="med" len="med"/>
              <a:tailEnd type="none" w="med" len="med"/>
            </a:ln>
          </p:spPr>
        </p:cxnSp>
        <p:cxnSp>
          <p:nvCxnSpPr>
            <p:cNvPr id="58" name="Google Shape;58;p7"/>
            <p:cNvCxnSpPr/>
            <p:nvPr/>
          </p:nvCxnSpPr>
          <p:spPr>
            <a:xfrm>
              <a:off x="164875" y="4988075"/>
              <a:ext cx="8832900" cy="0"/>
            </a:xfrm>
            <a:prstGeom prst="straightConnector1">
              <a:avLst/>
            </a:prstGeom>
            <a:noFill/>
            <a:ln w="19050" cap="flat" cmpd="sng">
              <a:solidFill>
                <a:schemeClr val="dk1"/>
              </a:solidFill>
              <a:prstDash val="solid"/>
              <a:round/>
              <a:headEnd type="none" w="med" len="med"/>
              <a:tailEnd type="none" w="med" len="med"/>
            </a:ln>
          </p:spPr>
        </p:cxnSp>
        <p:cxnSp>
          <p:nvCxnSpPr>
            <p:cNvPr id="59" name="Google Shape;59;p7"/>
            <p:cNvCxnSpPr/>
            <p:nvPr/>
          </p:nvCxnSpPr>
          <p:spPr>
            <a:xfrm>
              <a:off x="169011" y="784475"/>
              <a:ext cx="0" cy="4091700"/>
            </a:xfrm>
            <a:prstGeom prst="straightConnector1">
              <a:avLst/>
            </a:prstGeom>
            <a:noFill/>
            <a:ln w="19050" cap="flat" cmpd="sng">
              <a:solidFill>
                <a:schemeClr val="dk1"/>
              </a:solidFill>
              <a:prstDash val="dot"/>
              <a:round/>
              <a:headEnd type="none" w="med" len="med"/>
              <a:tailEnd type="none" w="med" len="med"/>
            </a:ln>
          </p:spPr>
        </p:cxnSp>
      </p:grpSp>
      <p:sp>
        <p:nvSpPr>
          <p:cNvPr id="60" name="Google Shape;60;p7"/>
          <p:cNvSpPr txBox="1">
            <a:spLocks noGrp="1"/>
          </p:cNvSpPr>
          <p:nvPr>
            <p:ph type="title"/>
          </p:nvPr>
        </p:nvSpPr>
        <p:spPr>
          <a:xfrm>
            <a:off x="720000" y="34725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1" name="Google Shape;61;p7"/>
          <p:cNvSpPr txBox="1">
            <a:spLocks noGrp="1"/>
          </p:cNvSpPr>
          <p:nvPr>
            <p:ph type="body" idx="1"/>
          </p:nvPr>
        </p:nvSpPr>
        <p:spPr>
          <a:xfrm>
            <a:off x="738925" y="1809800"/>
            <a:ext cx="3274500" cy="2461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142850"/>
              </a:buClr>
              <a:buSzPts val="1400"/>
              <a:buChar char="●"/>
              <a:defRPr/>
            </a:lvl1pPr>
            <a:lvl2pPr marL="914400" lvl="1" indent="-317500" rtl="0">
              <a:lnSpc>
                <a:spcPct val="100000"/>
              </a:lnSpc>
              <a:spcBef>
                <a:spcPts val="1000"/>
              </a:spcBef>
              <a:spcAft>
                <a:spcPts val="0"/>
              </a:spcAft>
              <a:buClr>
                <a:srgbClr val="142850"/>
              </a:buClr>
              <a:buSzPts val="1400"/>
              <a:buChar char="○"/>
              <a:defRPr/>
            </a:lvl2pPr>
            <a:lvl3pPr marL="1371600" lvl="2" indent="-317500" rtl="0">
              <a:lnSpc>
                <a:spcPct val="100000"/>
              </a:lnSpc>
              <a:spcBef>
                <a:spcPts val="0"/>
              </a:spcBef>
              <a:spcAft>
                <a:spcPts val="0"/>
              </a:spcAft>
              <a:buClr>
                <a:srgbClr val="142850"/>
              </a:buClr>
              <a:buSzPts val="1400"/>
              <a:buChar char="■"/>
              <a:defRPr/>
            </a:lvl3pPr>
            <a:lvl4pPr marL="1828800" lvl="3" indent="-317500" rtl="0">
              <a:lnSpc>
                <a:spcPct val="100000"/>
              </a:lnSpc>
              <a:spcBef>
                <a:spcPts val="0"/>
              </a:spcBef>
              <a:spcAft>
                <a:spcPts val="0"/>
              </a:spcAft>
              <a:buClr>
                <a:srgbClr val="142850"/>
              </a:buClr>
              <a:buSzPts val="1400"/>
              <a:buChar char="●"/>
              <a:defRPr/>
            </a:lvl4pPr>
            <a:lvl5pPr marL="2286000" lvl="4" indent="-317500" rtl="0">
              <a:lnSpc>
                <a:spcPct val="100000"/>
              </a:lnSpc>
              <a:spcBef>
                <a:spcPts val="0"/>
              </a:spcBef>
              <a:spcAft>
                <a:spcPts val="0"/>
              </a:spcAft>
              <a:buClr>
                <a:srgbClr val="142850"/>
              </a:buClr>
              <a:buSzPts val="1400"/>
              <a:buChar char="○"/>
              <a:defRPr/>
            </a:lvl5pPr>
            <a:lvl6pPr marL="2743200" lvl="5" indent="-317500" rtl="0">
              <a:lnSpc>
                <a:spcPct val="100000"/>
              </a:lnSpc>
              <a:spcBef>
                <a:spcPts val="0"/>
              </a:spcBef>
              <a:spcAft>
                <a:spcPts val="0"/>
              </a:spcAft>
              <a:buClr>
                <a:srgbClr val="142850"/>
              </a:buClr>
              <a:buSzPts val="1400"/>
              <a:buChar char="■"/>
              <a:defRPr/>
            </a:lvl6pPr>
            <a:lvl7pPr marL="3200400" lvl="6" indent="-317500" rtl="0">
              <a:lnSpc>
                <a:spcPct val="100000"/>
              </a:lnSpc>
              <a:spcBef>
                <a:spcPts val="0"/>
              </a:spcBef>
              <a:spcAft>
                <a:spcPts val="0"/>
              </a:spcAft>
              <a:buClr>
                <a:srgbClr val="142850"/>
              </a:buClr>
              <a:buSzPts val="1400"/>
              <a:buChar char="●"/>
              <a:defRPr/>
            </a:lvl7pPr>
            <a:lvl8pPr marL="3657600" lvl="7" indent="-317500" rtl="0">
              <a:lnSpc>
                <a:spcPct val="100000"/>
              </a:lnSpc>
              <a:spcBef>
                <a:spcPts val="0"/>
              </a:spcBef>
              <a:spcAft>
                <a:spcPts val="0"/>
              </a:spcAft>
              <a:buClr>
                <a:srgbClr val="142850"/>
              </a:buClr>
              <a:buSzPts val="1400"/>
              <a:buChar char="○"/>
              <a:defRPr/>
            </a:lvl8pPr>
            <a:lvl9pPr marL="4114800" lvl="8" indent="-317500" rtl="0">
              <a:lnSpc>
                <a:spcPct val="100000"/>
              </a:lnSpc>
              <a:spcBef>
                <a:spcPts val="0"/>
              </a:spcBef>
              <a:spcAft>
                <a:spcPts val="0"/>
              </a:spcAft>
              <a:buClr>
                <a:srgbClr val="142850"/>
              </a:buClr>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1">
  <p:cSld name="CUSTOM_1">
    <p:spTree>
      <p:nvGrpSpPr>
        <p:cNvPr id="1" name="Shape 130"/>
        <p:cNvGrpSpPr/>
        <p:nvPr/>
      </p:nvGrpSpPr>
      <p:grpSpPr>
        <a:xfrm>
          <a:off x="0" y="0"/>
          <a:ext cx="0" cy="0"/>
          <a:chOff x="0" y="0"/>
          <a:chExt cx="0" cy="0"/>
        </a:xfrm>
      </p:grpSpPr>
      <p:grpSp>
        <p:nvGrpSpPr>
          <p:cNvPr id="131" name="Google Shape;131;p14"/>
          <p:cNvGrpSpPr/>
          <p:nvPr/>
        </p:nvGrpSpPr>
        <p:grpSpPr>
          <a:xfrm rot="10800000" flipH="1">
            <a:off x="155550" y="159125"/>
            <a:ext cx="8832900" cy="4825250"/>
            <a:chOff x="164875" y="162825"/>
            <a:chExt cx="8832900" cy="4825250"/>
          </a:xfrm>
        </p:grpSpPr>
        <p:sp>
          <p:nvSpPr>
            <p:cNvPr id="132" name="Google Shape;132;p14"/>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rgbClr val="823E43"/>
              </a:solidFill>
              <a:prstDash val="solid"/>
              <a:round/>
              <a:headEnd type="none" w="med" len="med"/>
              <a:tailEnd type="none" w="med" len="med"/>
            </a:ln>
          </p:spPr>
        </p:sp>
        <p:cxnSp>
          <p:nvCxnSpPr>
            <p:cNvPr id="133" name="Google Shape;133;p14"/>
            <p:cNvCxnSpPr/>
            <p:nvPr/>
          </p:nvCxnSpPr>
          <p:spPr>
            <a:xfrm>
              <a:off x="8978199" y="784475"/>
              <a:ext cx="0" cy="4091700"/>
            </a:xfrm>
            <a:prstGeom prst="straightConnector1">
              <a:avLst/>
            </a:prstGeom>
            <a:noFill/>
            <a:ln w="19050" cap="flat" cmpd="sng">
              <a:solidFill>
                <a:schemeClr val="dk1"/>
              </a:solidFill>
              <a:prstDash val="dot"/>
              <a:round/>
              <a:headEnd type="none" w="med" len="med"/>
              <a:tailEnd type="none" w="med" len="med"/>
            </a:ln>
          </p:spPr>
        </p:cxnSp>
        <p:cxnSp>
          <p:nvCxnSpPr>
            <p:cNvPr id="134" name="Google Shape;134;p14"/>
            <p:cNvCxnSpPr/>
            <p:nvPr/>
          </p:nvCxnSpPr>
          <p:spPr>
            <a:xfrm>
              <a:off x="164875" y="4988075"/>
              <a:ext cx="8832900" cy="0"/>
            </a:xfrm>
            <a:prstGeom prst="straightConnector1">
              <a:avLst/>
            </a:prstGeom>
            <a:noFill/>
            <a:ln w="19050" cap="flat" cmpd="sng">
              <a:solidFill>
                <a:schemeClr val="dk1"/>
              </a:solidFill>
              <a:prstDash val="solid"/>
              <a:round/>
              <a:headEnd type="none" w="med" len="med"/>
              <a:tailEnd type="none" w="med" len="med"/>
            </a:ln>
          </p:spPr>
        </p:cxnSp>
        <p:cxnSp>
          <p:nvCxnSpPr>
            <p:cNvPr id="135" name="Google Shape;135;p14"/>
            <p:cNvCxnSpPr/>
            <p:nvPr/>
          </p:nvCxnSpPr>
          <p:spPr>
            <a:xfrm>
              <a:off x="169011" y="784475"/>
              <a:ext cx="0" cy="4091700"/>
            </a:xfrm>
            <a:prstGeom prst="straightConnector1">
              <a:avLst/>
            </a:prstGeom>
            <a:noFill/>
            <a:ln w="19050" cap="flat" cmpd="sng">
              <a:solidFill>
                <a:schemeClr val="dk1"/>
              </a:solidFill>
              <a:prstDash val="dot"/>
              <a:round/>
              <a:headEnd type="none" w="med" len="med"/>
              <a:tailEnd type="none" w="med" len="med"/>
            </a:ln>
          </p:spPr>
        </p:cxnSp>
      </p:grpSp>
      <p:sp>
        <p:nvSpPr>
          <p:cNvPr id="136" name="Google Shape;136;p14"/>
          <p:cNvSpPr txBox="1">
            <a:spLocks noGrp="1"/>
          </p:cNvSpPr>
          <p:nvPr>
            <p:ph type="title"/>
          </p:nvPr>
        </p:nvSpPr>
        <p:spPr>
          <a:xfrm>
            <a:off x="720000" y="34725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7" name="Google Shape;137;p14"/>
          <p:cNvSpPr txBox="1">
            <a:spLocks noGrp="1"/>
          </p:cNvSpPr>
          <p:nvPr>
            <p:ph type="title" idx="2" hasCustomPrompt="1"/>
          </p:nvPr>
        </p:nvSpPr>
        <p:spPr>
          <a:xfrm>
            <a:off x="1157052" y="1129425"/>
            <a:ext cx="1602600" cy="659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6000"/>
              <a:buNone/>
              <a:defRPr sz="4000">
                <a:solidFill>
                  <a:schemeClr val="dk1"/>
                </a:solidFill>
              </a:defRPr>
            </a:lvl1pPr>
            <a:lvl2pPr lvl="1" algn="ctr" rtl="0">
              <a:spcBef>
                <a:spcPts val="0"/>
              </a:spcBef>
              <a:spcAft>
                <a:spcPts val="0"/>
              </a:spcAft>
              <a:buClr>
                <a:schemeClr val="dk1"/>
              </a:buClr>
              <a:buSzPts val="6000"/>
              <a:buNone/>
              <a:defRPr sz="6000">
                <a:solidFill>
                  <a:schemeClr val="dk1"/>
                </a:solidFill>
              </a:defRPr>
            </a:lvl2pPr>
            <a:lvl3pPr lvl="2" algn="ctr" rtl="0">
              <a:spcBef>
                <a:spcPts val="0"/>
              </a:spcBef>
              <a:spcAft>
                <a:spcPts val="0"/>
              </a:spcAft>
              <a:buClr>
                <a:schemeClr val="dk1"/>
              </a:buClr>
              <a:buSzPts val="6000"/>
              <a:buNone/>
              <a:defRPr sz="6000">
                <a:solidFill>
                  <a:schemeClr val="dk1"/>
                </a:solidFill>
              </a:defRPr>
            </a:lvl3pPr>
            <a:lvl4pPr lvl="3" algn="ctr" rtl="0">
              <a:spcBef>
                <a:spcPts val="0"/>
              </a:spcBef>
              <a:spcAft>
                <a:spcPts val="0"/>
              </a:spcAft>
              <a:buClr>
                <a:schemeClr val="dk1"/>
              </a:buClr>
              <a:buSzPts val="6000"/>
              <a:buNone/>
              <a:defRPr sz="6000">
                <a:solidFill>
                  <a:schemeClr val="dk1"/>
                </a:solidFill>
              </a:defRPr>
            </a:lvl4pPr>
            <a:lvl5pPr lvl="4" algn="ctr" rtl="0">
              <a:spcBef>
                <a:spcPts val="0"/>
              </a:spcBef>
              <a:spcAft>
                <a:spcPts val="0"/>
              </a:spcAft>
              <a:buClr>
                <a:schemeClr val="dk1"/>
              </a:buClr>
              <a:buSzPts val="6000"/>
              <a:buNone/>
              <a:defRPr sz="6000">
                <a:solidFill>
                  <a:schemeClr val="dk1"/>
                </a:solidFill>
              </a:defRPr>
            </a:lvl5pPr>
            <a:lvl6pPr lvl="5" algn="ctr" rtl="0">
              <a:spcBef>
                <a:spcPts val="0"/>
              </a:spcBef>
              <a:spcAft>
                <a:spcPts val="0"/>
              </a:spcAft>
              <a:buClr>
                <a:schemeClr val="dk1"/>
              </a:buClr>
              <a:buSzPts val="6000"/>
              <a:buNone/>
              <a:defRPr sz="6000">
                <a:solidFill>
                  <a:schemeClr val="dk1"/>
                </a:solidFill>
              </a:defRPr>
            </a:lvl6pPr>
            <a:lvl7pPr lvl="6" algn="ctr" rtl="0">
              <a:spcBef>
                <a:spcPts val="0"/>
              </a:spcBef>
              <a:spcAft>
                <a:spcPts val="0"/>
              </a:spcAft>
              <a:buClr>
                <a:schemeClr val="dk1"/>
              </a:buClr>
              <a:buSzPts val="6000"/>
              <a:buNone/>
              <a:defRPr sz="6000">
                <a:solidFill>
                  <a:schemeClr val="dk1"/>
                </a:solidFill>
              </a:defRPr>
            </a:lvl7pPr>
            <a:lvl8pPr lvl="7" algn="ctr" rtl="0">
              <a:spcBef>
                <a:spcPts val="0"/>
              </a:spcBef>
              <a:spcAft>
                <a:spcPts val="0"/>
              </a:spcAft>
              <a:buClr>
                <a:schemeClr val="dk1"/>
              </a:buClr>
              <a:buSzPts val="6000"/>
              <a:buNone/>
              <a:defRPr sz="6000">
                <a:solidFill>
                  <a:schemeClr val="dk1"/>
                </a:solidFill>
              </a:defRPr>
            </a:lvl8pPr>
            <a:lvl9pPr lvl="8" algn="ctr" rtl="0">
              <a:spcBef>
                <a:spcPts val="0"/>
              </a:spcBef>
              <a:spcAft>
                <a:spcPts val="0"/>
              </a:spcAft>
              <a:buClr>
                <a:schemeClr val="dk1"/>
              </a:buClr>
              <a:buSzPts val="6000"/>
              <a:buNone/>
              <a:defRPr sz="6000">
                <a:solidFill>
                  <a:schemeClr val="dk1"/>
                </a:solidFill>
              </a:defRPr>
            </a:lvl9pPr>
          </a:lstStyle>
          <a:p>
            <a:r>
              <a:t>xx%</a:t>
            </a:r>
          </a:p>
        </p:txBody>
      </p:sp>
      <p:sp>
        <p:nvSpPr>
          <p:cNvPr id="138" name="Google Shape;138;p14"/>
          <p:cNvSpPr txBox="1">
            <a:spLocks noGrp="1"/>
          </p:cNvSpPr>
          <p:nvPr>
            <p:ph type="subTitle" idx="1"/>
          </p:nvPr>
        </p:nvSpPr>
        <p:spPr>
          <a:xfrm>
            <a:off x="721452" y="2087615"/>
            <a:ext cx="2473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9" name="Google Shape;139;p14"/>
          <p:cNvSpPr txBox="1">
            <a:spLocks noGrp="1"/>
          </p:cNvSpPr>
          <p:nvPr>
            <p:ph type="subTitle" idx="3"/>
          </p:nvPr>
        </p:nvSpPr>
        <p:spPr>
          <a:xfrm>
            <a:off x="721452" y="1793068"/>
            <a:ext cx="2473800" cy="38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Lexend Exa"/>
              <a:buNone/>
              <a:defRPr sz="2000">
                <a:latin typeface="Lexend Exa"/>
                <a:ea typeface="Lexend Exa"/>
                <a:cs typeface="Lexend Exa"/>
                <a:sym typeface="Lexend Exa"/>
              </a:defRPr>
            </a:lvl1pPr>
            <a:lvl2pPr lvl="1" rtl="0">
              <a:spcBef>
                <a:spcPts val="0"/>
              </a:spcBef>
              <a:spcAft>
                <a:spcPts val="0"/>
              </a:spcAft>
              <a:buSzPts val="2000"/>
              <a:buFont typeface="Lexend Exa"/>
              <a:buNone/>
              <a:defRPr sz="2000" b="1">
                <a:latin typeface="Lexend Exa"/>
                <a:ea typeface="Lexend Exa"/>
                <a:cs typeface="Lexend Exa"/>
                <a:sym typeface="Lexend Exa"/>
              </a:defRPr>
            </a:lvl2pPr>
            <a:lvl3pPr lvl="2" rtl="0">
              <a:spcBef>
                <a:spcPts val="0"/>
              </a:spcBef>
              <a:spcAft>
                <a:spcPts val="0"/>
              </a:spcAft>
              <a:buSzPts val="2000"/>
              <a:buFont typeface="Lexend Exa"/>
              <a:buNone/>
              <a:defRPr sz="2000" b="1">
                <a:latin typeface="Lexend Exa"/>
                <a:ea typeface="Lexend Exa"/>
                <a:cs typeface="Lexend Exa"/>
                <a:sym typeface="Lexend Exa"/>
              </a:defRPr>
            </a:lvl3pPr>
            <a:lvl4pPr lvl="3" rtl="0">
              <a:spcBef>
                <a:spcPts val="0"/>
              </a:spcBef>
              <a:spcAft>
                <a:spcPts val="0"/>
              </a:spcAft>
              <a:buSzPts val="2000"/>
              <a:buFont typeface="Lexend Exa"/>
              <a:buNone/>
              <a:defRPr sz="2000" b="1">
                <a:latin typeface="Lexend Exa"/>
                <a:ea typeface="Lexend Exa"/>
                <a:cs typeface="Lexend Exa"/>
                <a:sym typeface="Lexend Exa"/>
              </a:defRPr>
            </a:lvl4pPr>
            <a:lvl5pPr lvl="4" rtl="0">
              <a:spcBef>
                <a:spcPts val="0"/>
              </a:spcBef>
              <a:spcAft>
                <a:spcPts val="0"/>
              </a:spcAft>
              <a:buSzPts val="2000"/>
              <a:buFont typeface="Lexend Exa"/>
              <a:buNone/>
              <a:defRPr sz="2000" b="1">
                <a:latin typeface="Lexend Exa"/>
                <a:ea typeface="Lexend Exa"/>
                <a:cs typeface="Lexend Exa"/>
                <a:sym typeface="Lexend Exa"/>
              </a:defRPr>
            </a:lvl5pPr>
            <a:lvl6pPr lvl="5" rtl="0">
              <a:spcBef>
                <a:spcPts val="0"/>
              </a:spcBef>
              <a:spcAft>
                <a:spcPts val="0"/>
              </a:spcAft>
              <a:buSzPts val="2000"/>
              <a:buFont typeface="Lexend Exa"/>
              <a:buNone/>
              <a:defRPr sz="2000" b="1">
                <a:latin typeface="Lexend Exa"/>
                <a:ea typeface="Lexend Exa"/>
                <a:cs typeface="Lexend Exa"/>
                <a:sym typeface="Lexend Exa"/>
              </a:defRPr>
            </a:lvl6pPr>
            <a:lvl7pPr lvl="6" rtl="0">
              <a:spcBef>
                <a:spcPts val="0"/>
              </a:spcBef>
              <a:spcAft>
                <a:spcPts val="0"/>
              </a:spcAft>
              <a:buSzPts val="2000"/>
              <a:buFont typeface="Lexend Exa"/>
              <a:buNone/>
              <a:defRPr sz="2000" b="1">
                <a:latin typeface="Lexend Exa"/>
                <a:ea typeface="Lexend Exa"/>
                <a:cs typeface="Lexend Exa"/>
                <a:sym typeface="Lexend Exa"/>
              </a:defRPr>
            </a:lvl7pPr>
            <a:lvl8pPr lvl="7" rtl="0">
              <a:spcBef>
                <a:spcPts val="0"/>
              </a:spcBef>
              <a:spcAft>
                <a:spcPts val="0"/>
              </a:spcAft>
              <a:buSzPts val="2000"/>
              <a:buFont typeface="Lexend Exa"/>
              <a:buNone/>
              <a:defRPr sz="2000" b="1">
                <a:latin typeface="Lexend Exa"/>
                <a:ea typeface="Lexend Exa"/>
                <a:cs typeface="Lexend Exa"/>
                <a:sym typeface="Lexend Exa"/>
              </a:defRPr>
            </a:lvl8pPr>
            <a:lvl9pPr lvl="8"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
        <p:nvSpPr>
          <p:cNvPr id="140" name="Google Shape;140;p14"/>
          <p:cNvSpPr txBox="1">
            <a:spLocks noGrp="1"/>
          </p:cNvSpPr>
          <p:nvPr>
            <p:ph type="title" idx="4" hasCustomPrompt="1"/>
          </p:nvPr>
        </p:nvSpPr>
        <p:spPr>
          <a:xfrm>
            <a:off x="1157052" y="2848370"/>
            <a:ext cx="1602600" cy="659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6000"/>
              <a:buNone/>
              <a:defRPr sz="4000">
                <a:solidFill>
                  <a:schemeClr val="dk1"/>
                </a:solidFill>
              </a:defRPr>
            </a:lvl1pPr>
            <a:lvl2pPr lvl="1" algn="ctr" rtl="0">
              <a:spcBef>
                <a:spcPts val="0"/>
              </a:spcBef>
              <a:spcAft>
                <a:spcPts val="0"/>
              </a:spcAft>
              <a:buClr>
                <a:schemeClr val="dk1"/>
              </a:buClr>
              <a:buSzPts val="6000"/>
              <a:buNone/>
              <a:defRPr sz="6000">
                <a:solidFill>
                  <a:schemeClr val="dk1"/>
                </a:solidFill>
              </a:defRPr>
            </a:lvl2pPr>
            <a:lvl3pPr lvl="2" algn="ctr" rtl="0">
              <a:spcBef>
                <a:spcPts val="0"/>
              </a:spcBef>
              <a:spcAft>
                <a:spcPts val="0"/>
              </a:spcAft>
              <a:buClr>
                <a:schemeClr val="dk1"/>
              </a:buClr>
              <a:buSzPts val="6000"/>
              <a:buNone/>
              <a:defRPr sz="6000">
                <a:solidFill>
                  <a:schemeClr val="dk1"/>
                </a:solidFill>
              </a:defRPr>
            </a:lvl3pPr>
            <a:lvl4pPr lvl="3" algn="ctr" rtl="0">
              <a:spcBef>
                <a:spcPts val="0"/>
              </a:spcBef>
              <a:spcAft>
                <a:spcPts val="0"/>
              </a:spcAft>
              <a:buClr>
                <a:schemeClr val="dk1"/>
              </a:buClr>
              <a:buSzPts val="6000"/>
              <a:buNone/>
              <a:defRPr sz="6000">
                <a:solidFill>
                  <a:schemeClr val="dk1"/>
                </a:solidFill>
              </a:defRPr>
            </a:lvl4pPr>
            <a:lvl5pPr lvl="4" algn="ctr" rtl="0">
              <a:spcBef>
                <a:spcPts val="0"/>
              </a:spcBef>
              <a:spcAft>
                <a:spcPts val="0"/>
              </a:spcAft>
              <a:buClr>
                <a:schemeClr val="dk1"/>
              </a:buClr>
              <a:buSzPts val="6000"/>
              <a:buNone/>
              <a:defRPr sz="6000">
                <a:solidFill>
                  <a:schemeClr val="dk1"/>
                </a:solidFill>
              </a:defRPr>
            </a:lvl5pPr>
            <a:lvl6pPr lvl="5" algn="ctr" rtl="0">
              <a:spcBef>
                <a:spcPts val="0"/>
              </a:spcBef>
              <a:spcAft>
                <a:spcPts val="0"/>
              </a:spcAft>
              <a:buClr>
                <a:schemeClr val="dk1"/>
              </a:buClr>
              <a:buSzPts val="6000"/>
              <a:buNone/>
              <a:defRPr sz="6000">
                <a:solidFill>
                  <a:schemeClr val="dk1"/>
                </a:solidFill>
              </a:defRPr>
            </a:lvl6pPr>
            <a:lvl7pPr lvl="6" algn="ctr" rtl="0">
              <a:spcBef>
                <a:spcPts val="0"/>
              </a:spcBef>
              <a:spcAft>
                <a:spcPts val="0"/>
              </a:spcAft>
              <a:buClr>
                <a:schemeClr val="dk1"/>
              </a:buClr>
              <a:buSzPts val="6000"/>
              <a:buNone/>
              <a:defRPr sz="6000">
                <a:solidFill>
                  <a:schemeClr val="dk1"/>
                </a:solidFill>
              </a:defRPr>
            </a:lvl7pPr>
            <a:lvl8pPr lvl="7" algn="ctr" rtl="0">
              <a:spcBef>
                <a:spcPts val="0"/>
              </a:spcBef>
              <a:spcAft>
                <a:spcPts val="0"/>
              </a:spcAft>
              <a:buClr>
                <a:schemeClr val="dk1"/>
              </a:buClr>
              <a:buSzPts val="6000"/>
              <a:buNone/>
              <a:defRPr sz="6000">
                <a:solidFill>
                  <a:schemeClr val="dk1"/>
                </a:solidFill>
              </a:defRPr>
            </a:lvl8pPr>
            <a:lvl9pPr lvl="8" algn="ctr" rtl="0">
              <a:spcBef>
                <a:spcPts val="0"/>
              </a:spcBef>
              <a:spcAft>
                <a:spcPts val="0"/>
              </a:spcAft>
              <a:buClr>
                <a:schemeClr val="dk1"/>
              </a:buClr>
              <a:buSzPts val="6000"/>
              <a:buNone/>
              <a:defRPr sz="6000">
                <a:solidFill>
                  <a:schemeClr val="dk1"/>
                </a:solidFill>
              </a:defRPr>
            </a:lvl9pPr>
          </a:lstStyle>
          <a:p>
            <a:r>
              <a:t>xx%</a:t>
            </a:r>
          </a:p>
        </p:txBody>
      </p:sp>
      <p:sp>
        <p:nvSpPr>
          <p:cNvPr id="141" name="Google Shape;141;p14"/>
          <p:cNvSpPr txBox="1">
            <a:spLocks noGrp="1"/>
          </p:cNvSpPr>
          <p:nvPr>
            <p:ph type="subTitle" idx="5"/>
          </p:nvPr>
        </p:nvSpPr>
        <p:spPr>
          <a:xfrm>
            <a:off x="721452" y="3799675"/>
            <a:ext cx="2473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2" name="Google Shape;142;p14"/>
          <p:cNvSpPr txBox="1">
            <a:spLocks noGrp="1"/>
          </p:cNvSpPr>
          <p:nvPr>
            <p:ph type="subTitle" idx="6"/>
          </p:nvPr>
        </p:nvSpPr>
        <p:spPr>
          <a:xfrm>
            <a:off x="721452" y="3505128"/>
            <a:ext cx="2473800" cy="38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Lexend Exa"/>
              <a:buNone/>
              <a:defRPr sz="2000">
                <a:latin typeface="Lexend Exa"/>
                <a:ea typeface="Lexend Exa"/>
                <a:cs typeface="Lexend Exa"/>
                <a:sym typeface="Lexend Exa"/>
              </a:defRPr>
            </a:lvl1pPr>
            <a:lvl2pPr lvl="1" rtl="0">
              <a:spcBef>
                <a:spcPts val="0"/>
              </a:spcBef>
              <a:spcAft>
                <a:spcPts val="0"/>
              </a:spcAft>
              <a:buSzPts val="2000"/>
              <a:buFont typeface="Lexend Exa"/>
              <a:buNone/>
              <a:defRPr sz="2000" b="1">
                <a:latin typeface="Lexend Exa"/>
                <a:ea typeface="Lexend Exa"/>
                <a:cs typeface="Lexend Exa"/>
                <a:sym typeface="Lexend Exa"/>
              </a:defRPr>
            </a:lvl2pPr>
            <a:lvl3pPr lvl="2" rtl="0">
              <a:spcBef>
                <a:spcPts val="0"/>
              </a:spcBef>
              <a:spcAft>
                <a:spcPts val="0"/>
              </a:spcAft>
              <a:buSzPts val="2000"/>
              <a:buFont typeface="Lexend Exa"/>
              <a:buNone/>
              <a:defRPr sz="2000" b="1">
                <a:latin typeface="Lexend Exa"/>
                <a:ea typeface="Lexend Exa"/>
                <a:cs typeface="Lexend Exa"/>
                <a:sym typeface="Lexend Exa"/>
              </a:defRPr>
            </a:lvl3pPr>
            <a:lvl4pPr lvl="3" rtl="0">
              <a:spcBef>
                <a:spcPts val="0"/>
              </a:spcBef>
              <a:spcAft>
                <a:spcPts val="0"/>
              </a:spcAft>
              <a:buSzPts val="2000"/>
              <a:buFont typeface="Lexend Exa"/>
              <a:buNone/>
              <a:defRPr sz="2000" b="1">
                <a:latin typeface="Lexend Exa"/>
                <a:ea typeface="Lexend Exa"/>
                <a:cs typeface="Lexend Exa"/>
                <a:sym typeface="Lexend Exa"/>
              </a:defRPr>
            </a:lvl4pPr>
            <a:lvl5pPr lvl="4" rtl="0">
              <a:spcBef>
                <a:spcPts val="0"/>
              </a:spcBef>
              <a:spcAft>
                <a:spcPts val="0"/>
              </a:spcAft>
              <a:buSzPts val="2000"/>
              <a:buFont typeface="Lexend Exa"/>
              <a:buNone/>
              <a:defRPr sz="2000" b="1">
                <a:latin typeface="Lexend Exa"/>
                <a:ea typeface="Lexend Exa"/>
                <a:cs typeface="Lexend Exa"/>
                <a:sym typeface="Lexend Exa"/>
              </a:defRPr>
            </a:lvl5pPr>
            <a:lvl6pPr lvl="5" rtl="0">
              <a:spcBef>
                <a:spcPts val="0"/>
              </a:spcBef>
              <a:spcAft>
                <a:spcPts val="0"/>
              </a:spcAft>
              <a:buSzPts val="2000"/>
              <a:buFont typeface="Lexend Exa"/>
              <a:buNone/>
              <a:defRPr sz="2000" b="1">
                <a:latin typeface="Lexend Exa"/>
                <a:ea typeface="Lexend Exa"/>
                <a:cs typeface="Lexend Exa"/>
                <a:sym typeface="Lexend Exa"/>
              </a:defRPr>
            </a:lvl6pPr>
            <a:lvl7pPr lvl="6" rtl="0">
              <a:spcBef>
                <a:spcPts val="0"/>
              </a:spcBef>
              <a:spcAft>
                <a:spcPts val="0"/>
              </a:spcAft>
              <a:buSzPts val="2000"/>
              <a:buFont typeface="Lexend Exa"/>
              <a:buNone/>
              <a:defRPr sz="2000" b="1">
                <a:latin typeface="Lexend Exa"/>
                <a:ea typeface="Lexend Exa"/>
                <a:cs typeface="Lexend Exa"/>
                <a:sym typeface="Lexend Exa"/>
              </a:defRPr>
            </a:lvl7pPr>
            <a:lvl8pPr lvl="7" rtl="0">
              <a:spcBef>
                <a:spcPts val="0"/>
              </a:spcBef>
              <a:spcAft>
                <a:spcPts val="0"/>
              </a:spcAft>
              <a:buSzPts val="2000"/>
              <a:buFont typeface="Lexend Exa"/>
              <a:buNone/>
              <a:defRPr sz="2000" b="1">
                <a:latin typeface="Lexend Exa"/>
                <a:ea typeface="Lexend Exa"/>
                <a:cs typeface="Lexend Exa"/>
                <a:sym typeface="Lexend Exa"/>
              </a:defRPr>
            </a:lvl8pPr>
            <a:lvl9pPr lvl="8"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
        <p:nvSpPr>
          <p:cNvPr id="143" name="Google Shape;143;p14"/>
          <p:cNvSpPr txBox="1">
            <a:spLocks noGrp="1"/>
          </p:cNvSpPr>
          <p:nvPr>
            <p:ph type="title" idx="7" hasCustomPrompt="1"/>
          </p:nvPr>
        </p:nvSpPr>
        <p:spPr>
          <a:xfrm>
            <a:off x="3770700" y="1124625"/>
            <a:ext cx="1602600" cy="659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6000"/>
              <a:buNone/>
              <a:defRPr sz="4000">
                <a:solidFill>
                  <a:schemeClr val="dk1"/>
                </a:solidFill>
              </a:defRPr>
            </a:lvl1pPr>
            <a:lvl2pPr lvl="1" algn="ctr" rtl="0">
              <a:spcBef>
                <a:spcPts val="0"/>
              </a:spcBef>
              <a:spcAft>
                <a:spcPts val="0"/>
              </a:spcAft>
              <a:buClr>
                <a:schemeClr val="dk1"/>
              </a:buClr>
              <a:buSzPts val="6000"/>
              <a:buNone/>
              <a:defRPr sz="6000">
                <a:solidFill>
                  <a:schemeClr val="dk1"/>
                </a:solidFill>
              </a:defRPr>
            </a:lvl2pPr>
            <a:lvl3pPr lvl="2" algn="ctr" rtl="0">
              <a:spcBef>
                <a:spcPts val="0"/>
              </a:spcBef>
              <a:spcAft>
                <a:spcPts val="0"/>
              </a:spcAft>
              <a:buClr>
                <a:schemeClr val="dk1"/>
              </a:buClr>
              <a:buSzPts val="6000"/>
              <a:buNone/>
              <a:defRPr sz="6000">
                <a:solidFill>
                  <a:schemeClr val="dk1"/>
                </a:solidFill>
              </a:defRPr>
            </a:lvl3pPr>
            <a:lvl4pPr lvl="3" algn="ctr" rtl="0">
              <a:spcBef>
                <a:spcPts val="0"/>
              </a:spcBef>
              <a:spcAft>
                <a:spcPts val="0"/>
              </a:spcAft>
              <a:buClr>
                <a:schemeClr val="dk1"/>
              </a:buClr>
              <a:buSzPts val="6000"/>
              <a:buNone/>
              <a:defRPr sz="6000">
                <a:solidFill>
                  <a:schemeClr val="dk1"/>
                </a:solidFill>
              </a:defRPr>
            </a:lvl4pPr>
            <a:lvl5pPr lvl="4" algn="ctr" rtl="0">
              <a:spcBef>
                <a:spcPts val="0"/>
              </a:spcBef>
              <a:spcAft>
                <a:spcPts val="0"/>
              </a:spcAft>
              <a:buClr>
                <a:schemeClr val="dk1"/>
              </a:buClr>
              <a:buSzPts val="6000"/>
              <a:buNone/>
              <a:defRPr sz="6000">
                <a:solidFill>
                  <a:schemeClr val="dk1"/>
                </a:solidFill>
              </a:defRPr>
            </a:lvl5pPr>
            <a:lvl6pPr lvl="5" algn="ctr" rtl="0">
              <a:spcBef>
                <a:spcPts val="0"/>
              </a:spcBef>
              <a:spcAft>
                <a:spcPts val="0"/>
              </a:spcAft>
              <a:buClr>
                <a:schemeClr val="dk1"/>
              </a:buClr>
              <a:buSzPts val="6000"/>
              <a:buNone/>
              <a:defRPr sz="6000">
                <a:solidFill>
                  <a:schemeClr val="dk1"/>
                </a:solidFill>
              </a:defRPr>
            </a:lvl6pPr>
            <a:lvl7pPr lvl="6" algn="ctr" rtl="0">
              <a:spcBef>
                <a:spcPts val="0"/>
              </a:spcBef>
              <a:spcAft>
                <a:spcPts val="0"/>
              </a:spcAft>
              <a:buClr>
                <a:schemeClr val="dk1"/>
              </a:buClr>
              <a:buSzPts val="6000"/>
              <a:buNone/>
              <a:defRPr sz="6000">
                <a:solidFill>
                  <a:schemeClr val="dk1"/>
                </a:solidFill>
              </a:defRPr>
            </a:lvl7pPr>
            <a:lvl8pPr lvl="7" algn="ctr" rtl="0">
              <a:spcBef>
                <a:spcPts val="0"/>
              </a:spcBef>
              <a:spcAft>
                <a:spcPts val="0"/>
              </a:spcAft>
              <a:buClr>
                <a:schemeClr val="dk1"/>
              </a:buClr>
              <a:buSzPts val="6000"/>
              <a:buNone/>
              <a:defRPr sz="6000">
                <a:solidFill>
                  <a:schemeClr val="dk1"/>
                </a:solidFill>
              </a:defRPr>
            </a:lvl8pPr>
            <a:lvl9pPr lvl="8" algn="ctr" rtl="0">
              <a:spcBef>
                <a:spcPts val="0"/>
              </a:spcBef>
              <a:spcAft>
                <a:spcPts val="0"/>
              </a:spcAft>
              <a:buClr>
                <a:schemeClr val="dk1"/>
              </a:buClr>
              <a:buSzPts val="6000"/>
              <a:buNone/>
              <a:defRPr sz="6000">
                <a:solidFill>
                  <a:schemeClr val="dk1"/>
                </a:solidFill>
              </a:defRPr>
            </a:lvl9pPr>
          </a:lstStyle>
          <a:p>
            <a:r>
              <a:t>xx%</a:t>
            </a:r>
          </a:p>
        </p:txBody>
      </p:sp>
      <p:sp>
        <p:nvSpPr>
          <p:cNvPr id="144" name="Google Shape;144;p14"/>
          <p:cNvSpPr txBox="1">
            <a:spLocks noGrp="1"/>
          </p:cNvSpPr>
          <p:nvPr>
            <p:ph type="subTitle" idx="8"/>
          </p:nvPr>
        </p:nvSpPr>
        <p:spPr>
          <a:xfrm>
            <a:off x="3335100" y="2087615"/>
            <a:ext cx="2473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5" name="Google Shape;145;p14"/>
          <p:cNvSpPr txBox="1">
            <a:spLocks noGrp="1"/>
          </p:cNvSpPr>
          <p:nvPr>
            <p:ph type="subTitle" idx="9"/>
          </p:nvPr>
        </p:nvSpPr>
        <p:spPr>
          <a:xfrm>
            <a:off x="3335100" y="1793068"/>
            <a:ext cx="2473800" cy="38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Lexend Exa"/>
              <a:buNone/>
              <a:defRPr sz="2000">
                <a:latin typeface="Lexend Exa"/>
                <a:ea typeface="Lexend Exa"/>
                <a:cs typeface="Lexend Exa"/>
                <a:sym typeface="Lexend Exa"/>
              </a:defRPr>
            </a:lvl1pPr>
            <a:lvl2pPr lvl="1" rtl="0">
              <a:spcBef>
                <a:spcPts val="0"/>
              </a:spcBef>
              <a:spcAft>
                <a:spcPts val="0"/>
              </a:spcAft>
              <a:buSzPts val="2000"/>
              <a:buFont typeface="Lexend Exa"/>
              <a:buNone/>
              <a:defRPr sz="2000" b="1">
                <a:latin typeface="Lexend Exa"/>
                <a:ea typeface="Lexend Exa"/>
                <a:cs typeface="Lexend Exa"/>
                <a:sym typeface="Lexend Exa"/>
              </a:defRPr>
            </a:lvl2pPr>
            <a:lvl3pPr lvl="2" rtl="0">
              <a:spcBef>
                <a:spcPts val="0"/>
              </a:spcBef>
              <a:spcAft>
                <a:spcPts val="0"/>
              </a:spcAft>
              <a:buSzPts val="2000"/>
              <a:buFont typeface="Lexend Exa"/>
              <a:buNone/>
              <a:defRPr sz="2000" b="1">
                <a:latin typeface="Lexend Exa"/>
                <a:ea typeface="Lexend Exa"/>
                <a:cs typeface="Lexend Exa"/>
                <a:sym typeface="Lexend Exa"/>
              </a:defRPr>
            </a:lvl3pPr>
            <a:lvl4pPr lvl="3" rtl="0">
              <a:spcBef>
                <a:spcPts val="0"/>
              </a:spcBef>
              <a:spcAft>
                <a:spcPts val="0"/>
              </a:spcAft>
              <a:buSzPts val="2000"/>
              <a:buFont typeface="Lexend Exa"/>
              <a:buNone/>
              <a:defRPr sz="2000" b="1">
                <a:latin typeface="Lexend Exa"/>
                <a:ea typeface="Lexend Exa"/>
                <a:cs typeface="Lexend Exa"/>
                <a:sym typeface="Lexend Exa"/>
              </a:defRPr>
            </a:lvl4pPr>
            <a:lvl5pPr lvl="4" rtl="0">
              <a:spcBef>
                <a:spcPts val="0"/>
              </a:spcBef>
              <a:spcAft>
                <a:spcPts val="0"/>
              </a:spcAft>
              <a:buSzPts val="2000"/>
              <a:buFont typeface="Lexend Exa"/>
              <a:buNone/>
              <a:defRPr sz="2000" b="1">
                <a:latin typeface="Lexend Exa"/>
                <a:ea typeface="Lexend Exa"/>
                <a:cs typeface="Lexend Exa"/>
                <a:sym typeface="Lexend Exa"/>
              </a:defRPr>
            </a:lvl5pPr>
            <a:lvl6pPr lvl="5" rtl="0">
              <a:spcBef>
                <a:spcPts val="0"/>
              </a:spcBef>
              <a:spcAft>
                <a:spcPts val="0"/>
              </a:spcAft>
              <a:buSzPts val="2000"/>
              <a:buFont typeface="Lexend Exa"/>
              <a:buNone/>
              <a:defRPr sz="2000" b="1">
                <a:latin typeface="Lexend Exa"/>
                <a:ea typeface="Lexend Exa"/>
                <a:cs typeface="Lexend Exa"/>
                <a:sym typeface="Lexend Exa"/>
              </a:defRPr>
            </a:lvl6pPr>
            <a:lvl7pPr lvl="6" rtl="0">
              <a:spcBef>
                <a:spcPts val="0"/>
              </a:spcBef>
              <a:spcAft>
                <a:spcPts val="0"/>
              </a:spcAft>
              <a:buSzPts val="2000"/>
              <a:buFont typeface="Lexend Exa"/>
              <a:buNone/>
              <a:defRPr sz="2000" b="1">
                <a:latin typeface="Lexend Exa"/>
                <a:ea typeface="Lexend Exa"/>
                <a:cs typeface="Lexend Exa"/>
                <a:sym typeface="Lexend Exa"/>
              </a:defRPr>
            </a:lvl7pPr>
            <a:lvl8pPr lvl="7" rtl="0">
              <a:spcBef>
                <a:spcPts val="0"/>
              </a:spcBef>
              <a:spcAft>
                <a:spcPts val="0"/>
              </a:spcAft>
              <a:buSzPts val="2000"/>
              <a:buFont typeface="Lexend Exa"/>
              <a:buNone/>
              <a:defRPr sz="2000" b="1">
                <a:latin typeface="Lexend Exa"/>
                <a:ea typeface="Lexend Exa"/>
                <a:cs typeface="Lexend Exa"/>
                <a:sym typeface="Lexend Exa"/>
              </a:defRPr>
            </a:lvl8pPr>
            <a:lvl9pPr lvl="8"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
        <p:nvSpPr>
          <p:cNvPr id="146" name="Google Shape;146;p14"/>
          <p:cNvSpPr txBox="1">
            <a:spLocks noGrp="1"/>
          </p:cNvSpPr>
          <p:nvPr>
            <p:ph type="title" idx="13" hasCustomPrompt="1"/>
          </p:nvPr>
        </p:nvSpPr>
        <p:spPr>
          <a:xfrm>
            <a:off x="3770700" y="2843570"/>
            <a:ext cx="1602600" cy="659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6000"/>
              <a:buNone/>
              <a:defRPr sz="4000">
                <a:solidFill>
                  <a:schemeClr val="dk1"/>
                </a:solidFill>
              </a:defRPr>
            </a:lvl1pPr>
            <a:lvl2pPr lvl="1" algn="ctr" rtl="0">
              <a:spcBef>
                <a:spcPts val="0"/>
              </a:spcBef>
              <a:spcAft>
                <a:spcPts val="0"/>
              </a:spcAft>
              <a:buClr>
                <a:schemeClr val="dk1"/>
              </a:buClr>
              <a:buSzPts val="6000"/>
              <a:buNone/>
              <a:defRPr sz="6000">
                <a:solidFill>
                  <a:schemeClr val="dk1"/>
                </a:solidFill>
              </a:defRPr>
            </a:lvl2pPr>
            <a:lvl3pPr lvl="2" algn="ctr" rtl="0">
              <a:spcBef>
                <a:spcPts val="0"/>
              </a:spcBef>
              <a:spcAft>
                <a:spcPts val="0"/>
              </a:spcAft>
              <a:buClr>
                <a:schemeClr val="dk1"/>
              </a:buClr>
              <a:buSzPts val="6000"/>
              <a:buNone/>
              <a:defRPr sz="6000">
                <a:solidFill>
                  <a:schemeClr val="dk1"/>
                </a:solidFill>
              </a:defRPr>
            </a:lvl3pPr>
            <a:lvl4pPr lvl="3" algn="ctr" rtl="0">
              <a:spcBef>
                <a:spcPts val="0"/>
              </a:spcBef>
              <a:spcAft>
                <a:spcPts val="0"/>
              </a:spcAft>
              <a:buClr>
                <a:schemeClr val="dk1"/>
              </a:buClr>
              <a:buSzPts val="6000"/>
              <a:buNone/>
              <a:defRPr sz="6000">
                <a:solidFill>
                  <a:schemeClr val="dk1"/>
                </a:solidFill>
              </a:defRPr>
            </a:lvl4pPr>
            <a:lvl5pPr lvl="4" algn="ctr" rtl="0">
              <a:spcBef>
                <a:spcPts val="0"/>
              </a:spcBef>
              <a:spcAft>
                <a:spcPts val="0"/>
              </a:spcAft>
              <a:buClr>
                <a:schemeClr val="dk1"/>
              </a:buClr>
              <a:buSzPts val="6000"/>
              <a:buNone/>
              <a:defRPr sz="6000">
                <a:solidFill>
                  <a:schemeClr val="dk1"/>
                </a:solidFill>
              </a:defRPr>
            </a:lvl5pPr>
            <a:lvl6pPr lvl="5" algn="ctr" rtl="0">
              <a:spcBef>
                <a:spcPts val="0"/>
              </a:spcBef>
              <a:spcAft>
                <a:spcPts val="0"/>
              </a:spcAft>
              <a:buClr>
                <a:schemeClr val="dk1"/>
              </a:buClr>
              <a:buSzPts val="6000"/>
              <a:buNone/>
              <a:defRPr sz="6000">
                <a:solidFill>
                  <a:schemeClr val="dk1"/>
                </a:solidFill>
              </a:defRPr>
            </a:lvl6pPr>
            <a:lvl7pPr lvl="6" algn="ctr" rtl="0">
              <a:spcBef>
                <a:spcPts val="0"/>
              </a:spcBef>
              <a:spcAft>
                <a:spcPts val="0"/>
              </a:spcAft>
              <a:buClr>
                <a:schemeClr val="dk1"/>
              </a:buClr>
              <a:buSzPts val="6000"/>
              <a:buNone/>
              <a:defRPr sz="6000">
                <a:solidFill>
                  <a:schemeClr val="dk1"/>
                </a:solidFill>
              </a:defRPr>
            </a:lvl7pPr>
            <a:lvl8pPr lvl="7" algn="ctr" rtl="0">
              <a:spcBef>
                <a:spcPts val="0"/>
              </a:spcBef>
              <a:spcAft>
                <a:spcPts val="0"/>
              </a:spcAft>
              <a:buClr>
                <a:schemeClr val="dk1"/>
              </a:buClr>
              <a:buSzPts val="6000"/>
              <a:buNone/>
              <a:defRPr sz="6000">
                <a:solidFill>
                  <a:schemeClr val="dk1"/>
                </a:solidFill>
              </a:defRPr>
            </a:lvl8pPr>
            <a:lvl9pPr lvl="8" algn="ctr" rtl="0">
              <a:spcBef>
                <a:spcPts val="0"/>
              </a:spcBef>
              <a:spcAft>
                <a:spcPts val="0"/>
              </a:spcAft>
              <a:buClr>
                <a:schemeClr val="dk1"/>
              </a:buClr>
              <a:buSzPts val="6000"/>
              <a:buNone/>
              <a:defRPr sz="6000">
                <a:solidFill>
                  <a:schemeClr val="dk1"/>
                </a:solidFill>
              </a:defRPr>
            </a:lvl9pPr>
          </a:lstStyle>
          <a:p>
            <a:r>
              <a:t>xx%</a:t>
            </a:r>
          </a:p>
        </p:txBody>
      </p:sp>
      <p:sp>
        <p:nvSpPr>
          <p:cNvPr id="147" name="Google Shape;147;p14"/>
          <p:cNvSpPr txBox="1">
            <a:spLocks noGrp="1"/>
          </p:cNvSpPr>
          <p:nvPr>
            <p:ph type="subTitle" idx="14"/>
          </p:nvPr>
        </p:nvSpPr>
        <p:spPr>
          <a:xfrm>
            <a:off x="3335100" y="3799675"/>
            <a:ext cx="2473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8" name="Google Shape;148;p14"/>
          <p:cNvSpPr txBox="1">
            <a:spLocks noGrp="1"/>
          </p:cNvSpPr>
          <p:nvPr>
            <p:ph type="subTitle" idx="15"/>
          </p:nvPr>
        </p:nvSpPr>
        <p:spPr>
          <a:xfrm>
            <a:off x="3335100" y="3505128"/>
            <a:ext cx="2473800" cy="38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Lexend Exa"/>
              <a:buNone/>
              <a:defRPr sz="2000">
                <a:latin typeface="Lexend Exa"/>
                <a:ea typeface="Lexend Exa"/>
                <a:cs typeface="Lexend Exa"/>
                <a:sym typeface="Lexend Exa"/>
              </a:defRPr>
            </a:lvl1pPr>
            <a:lvl2pPr lvl="1" rtl="0">
              <a:spcBef>
                <a:spcPts val="0"/>
              </a:spcBef>
              <a:spcAft>
                <a:spcPts val="0"/>
              </a:spcAft>
              <a:buSzPts val="2000"/>
              <a:buFont typeface="Lexend Exa"/>
              <a:buNone/>
              <a:defRPr sz="2000" b="1">
                <a:latin typeface="Lexend Exa"/>
                <a:ea typeface="Lexend Exa"/>
                <a:cs typeface="Lexend Exa"/>
                <a:sym typeface="Lexend Exa"/>
              </a:defRPr>
            </a:lvl2pPr>
            <a:lvl3pPr lvl="2" rtl="0">
              <a:spcBef>
                <a:spcPts val="0"/>
              </a:spcBef>
              <a:spcAft>
                <a:spcPts val="0"/>
              </a:spcAft>
              <a:buSzPts val="2000"/>
              <a:buFont typeface="Lexend Exa"/>
              <a:buNone/>
              <a:defRPr sz="2000" b="1">
                <a:latin typeface="Lexend Exa"/>
                <a:ea typeface="Lexend Exa"/>
                <a:cs typeface="Lexend Exa"/>
                <a:sym typeface="Lexend Exa"/>
              </a:defRPr>
            </a:lvl3pPr>
            <a:lvl4pPr lvl="3" rtl="0">
              <a:spcBef>
                <a:spcPts val="0"/>
              </a:spcBef>
              <a:spcAft>
                <a:spcPts val="0"/>
              </a:spcAft>
              <a:buSzPts val="2000"/>
              <a:buFont typeface="Lexend Exa"/>
              <a:buNone/>
              <a:defRPr sz="2000" b="1">
                <a:latin typeface="Lexend Exa"/>
                <a:ea typeface="Lexend Exa"/>
                <a:cs typeface="Lexend Exa"/>
                <a:sym typeface="Lexend Exa"/>
              </a:defRPr>
            </a:lvl4pPr>
            <a:lvl5pPr lvl="4" rtl="0">
              <a:spcBef>
                <a:spcPts val="0"/>
              </a:spcBef>
              <a:spcAft>
                <a:spcPts val="0"/>
              </a:spcAft>
              <a:buSzPts val="2000"/>
              <a:buFont typeface="Lexend Exa"/>
              <a:buNone/>
              <a:defRPr sz="2000" b="1">
                <a:latin typeface="Lexend Exa"/>
                <a:ea typeface="Lexend Exa"/>
                <a:cs typeface="Lexend Exa"/>
                <a:sym typeface="Lexend Exa"/>
              </a:defRPr>
            </a:lvl5pPr>
            <a:lvl6pPr lvl="5" rtl="0">
              <a:spcBef>
                <a:spcPts val="0"/>
              </a:spcBef>
              <a:spcAft>
                <a:spcPts val="0"/>
              </a:spcAft>
              <a:buSzPts val="2000"/>
              <a:buFont typeface="Lexend Exa"/>
              <a:buNone/>
              <a:defRPr sz="2000" b="1">
                <a:latin typeface="Lexend Exa"/>
                <a:ea typeface="Lexend Exa"/>
                <a:cs typeface="Lexend Exa"/>
                <a:sym typeface="Lexend Exa"/>
              </a:defRPr>
            </a:lvl6pPr>
            <a:lvl7pPr lvl="6" rtl="0">
              <a:spcBef>
                <a:spcPts val="0"/>
              </a:spcBef>
              <a:spcAft>
                <a:spcPts val="0"/>
              </a:spcAft>
              <a:buSzPts val="2000"/>
              <a:buFont typeface="Lexend Exa"/>
              <a:buNone/>
              <a:defRPr sz="2000" b="1">
                <a:latin typeface="Lexend Exa"/>
                <a:ea typeface="Lexend Exa"/>
                <a:cs typeface="Lexend Exa"/>
                <a:sym typeface="Lexend Exa"/>
              </a:defRPr>
            </a:lvl7pPr>
            <a:lvl8pPr lvl="7" rtl="0">
              <a:spcBef>
                <a:spcPts val="0"/>
              </a:spcBef>
              <a:spcAft>
                <a:spcPts val="0"/>
              </a:spcAft>
              <a:buSzPts val="2000"/>
              <a:buFont typeface="Lexend Exa"/>
              <a:buNone/>
              <a:defRPr sz="2000" b="1">
                <a:latin typeface="Lexend Exa"/>
                <a:ea typeface="Lexend Exa"/>
                <a:cs typeface="Lexend Exa"/>
                <a:sym typeface="Lexend Exa"/>
              </a:defRPr>
            </a:lvl8pPr>
            <a:lvl9pPr lvl="8"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
        <p:nvSpPr>
          <p:cNvPr id="149" name="Google Shape;149;p14"/>
          <p:cNvSpPr txBox="1">
            <a:spLocks noGrp="1"/>
          </p:cNvSpPr>
          <p:nvPr>
            <p:ph type="title" idx="16" hasCustomPrompt="1"/>
          </p:nvPr>
        </p:nvSpPr>
        <p:spPr>
          <a:xfrm>
            <a:off x="6384348" y="1129425"/>
            <a:ext cx="1602600" cy="659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6000"/>
              <a:buNone/>
              <a:defRPr sz="4000">
                <a:solidFill>
                  <a:schemeClr val="dk1"/>
                </a:solidFill>
              </a:defRPr>
            </a:lvl1pPr>
            <a:lvl2pPr lvl="1" algn="ctr" rtl="0">
              <a:spcBef>
                <a:spcPts val="0"/>
              </a:spcBef>
              <a:spcAft>
                <a:spcPts val="0"/>
              </a:spcAft>
              <a:buClr>
                <a:schemeClr val="dk1"/>
              </a:buClr>
              <a:buSzPts val="6000"/>
              <a:buNone/>
              <a:defRPr sz="6000">
                <a:solidFill>
                  <a:schemeClr val="dk1"/>
                </a:solidFill>
              </a:defRPr>
            </a:lvl2pPr>
            <a:lvl3pPr lvl="2" algn="ctr" rtl="0">
              <a:spcBef>
                <a:spcPts val="0"/>
              </a:spcBef>
              <a:spcAft>
                <a:spcPts val="0"/>
              </a:spcAft>
              <a:buClr>
                <a:schemeClr val="dk1"/>
              </a:buClr>
              <a:buSzPts val="6000"/>
              <a:buNone/>
              <a:defRPr sz="6000">
                <a:solidFill>
                  <a:schemeClr val="dk1"/>
                </a:solidFill>
              </a:defRPr>
            </a:lvl3pPr>
            <a:lvl4pPr lvl="3" algn="ctr" rtl="0">
              <a:spcBef>
                <a:spcPts val="0"/>
              </a:spcBef>
              <a:spcAft>
                <a:spcPts val="0"/>
              </a:spcAft>
              <a:buClr>
                <a:schemeClr val="dk1"/>
              </a:buClr>
              <a:buSzPts val="6000"/>
              <a:buNone/>
              <a:defRPr sz="6000">
                <a:solidFill>
                  <a:schemeClr val="dk1"/>
                </a:solidFill>
              </a:defRPr>
            </a:lvl4pPr>
            <a:lvl5pPr lvl="4" algn="ctr" rtl="0">
              <a:spcBef>
                <a:spcPts val="0"/>
              </a:spcBef>
              <a:spcAft>
                <a:spcPts val="0"/>
              </a:spcAft>
              <a:buClr>
                <a:schemeClr val="dk1"/>
              </a:buClr>
              <a:buSzPts val="6000"/>
              <a:buNone/>
              <a:defRPr sz="6000">
                <a:solidFill>
                  <a:schemeClr val="dk1"/>
                </a:solidFill>
              </a:defRPr>
            </a:lvl5pPr>
            <a:lvl6pPr lvl="5" algn="ctr" rtl="0">
              <a:spcBef>
                <a:spcPts val="0"/>
              </a:spcBef>
              <a:spcAft>
                <a:spcPts val="0"/>
              </a:spcAft>
              <a:buClr>
                <a:schemeClr val="dk1"/>
              </a:buClr>
              <a:buSzPts val="6000"/>
              <a:buNone/>
              <a:defRPr sz="6000">
                <a:solidFill>
                  <a:schemeClr val="dk1"/>
                </a:solidFill>
              </a:defRPr>
            </a:lvl6pPr>
            <a:lvl7pPr lvl="6" algn="ctr" rtl="0">
              <a:spcBef>
                <a:spcPts val="0"/>
              </a:spcBef>
              <a:spcAft>
                <a:spcPts val="0"/>
              </a:spcAft>
              <a:buClr>
                <a:schemeClr val="dk1"/>
              </a:buClr>
              <a:buSzPts val="6000"/>
              <a:buNone/>
              <a:defRPr sz="6000">
                <a:solidFill>
                  <a:schemeClr val="dk1"/>
                </a:solidFill>
              </a:defRPr>
            </a:lvl7pPr>
            <a:lvl8pPr lvl="7" algn="ctr" rtl="0">
              <a:spcBef>
                <a:spcPts val="0"/>
              </a:spcBef>
              <a:spcAft>
                <a:spcPts val="0"/>
              </a:spcAft>
              <a:buClr>
                <a:schemeClr val="dk1"/>
              </a:buClr>
              <a:buSzPts val="6000"/>
              <a:buNone/>
              <a:defRPr sz="6000">
                <a:solidFill>
                  <a:schemeClr val="dk1"/>
                </a:solidFill>
              </a:defRPr>
            </a:lvl8pPr>
            <a:lvl9pPr lvl="8" algn="ctr" rtl="0">
              <a:spcBef>
                <a:spcPts val="0"/>
              </a:spcBef>
              <a:spcAft>
                <a:spcPts val="0"/>
              </a:spcAft>
              <a:buClr>
                <a:schemeClr val="dk1"/>
              </a:buClr>
              <a:buSzPts val="6000"/>
              <a:buNone/>
              <a:defRPr sz="6000">
                <a:solidFill>
                  <a:schemeClr val="dk1"/>
                </a:solidFill>
              </a:defRPr>
            </a:lvl9pPr>
          </a:lstStyle>
          <a:p>
            <a:r>
              <a:t>xx%</a:t>
            </a:r>
          </a:p>
        </p:txBody>
      </p:sp>
      <p:sp>
        <p:nvSpPr>
          <p:cNvPr id="150" name="Google Shape;150;p14"/>
          <p:cNvSpPr txBox="1">
            <a:spLocks noGrp="1"/>
          </p:cNvSpPr>
          <p:nvPr>
            <p:ph type="subTitle" idx="17"/>
          </p:nvPr>
        </p:nvSpPr>
        <p:spPr>
          <a:xfrm>
            <a:off x="5948748" y="2087615"/>
            <a:ext cx="2473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1" name="Google Shape;151;p14"/>
          <p:cNvSpPr txBox="1">
            <a:spLocks noGrp="1"/>
          </p:cNvSpPr>
          <p:nvPr>
            <p:ph type="subTitle" idx="18"/>
          </p:nvPr>
        </p:nvSpPr>
        <p:spPr>
          <a:xfrm>
            <a:off x="5948748" y="1793068"/>
            <a:ext cx="2473800" cy="38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Lexend Exa"/>
              <a:buNone/>
              <a:defRPr sz="2000">
                <a:latin typeface="Lexend Exa"/>
                <a:ea typeface="Lexend Exa"/>
                <a:cs typeface="Lexend Exa"/>
                <a:sym typeface="Lexend Exa"/>
              </a:defRPr>
            </a:lvl1pPr>
            <a:lvl2pPr lvl="1" rtl="0">
              <a:spcBef>
                <a:spcPts val="0"/>
              </a:spcBef>
              <a:spcAft>
                <a:spcPts val="0"/>
              </a:spcAft>
              <a:buSzPts val="2000"/>
              <a:buFont typeface="Lexend Exa"/>
              <a:buNone/>
              <a:defRPr sz="2000" b="1">
                <a:latin typeface="Lexend Exa"/>
                <a:ea typeface="Lexend Exa"/>
                <a:cs typeface="Lexend Exa"/>
                <a:sym typeface="Lexend Exa"/>
              </a:defRPr>
            </a:lvl2pPr>
            <a:lvl3pPr lvl="2" rtl="0">
              <a:spcBef>
                <a:spcPts val="0"/>
              </a:spcBef>
              <a:spcAft>
                <a:spcPts val="0"/>
              </a:spcAft>
              <a:buSzPts val="2000"/>
              <a:buFont typeface="Lexend Exa"/>
              <a:buNone/>
              <a:defRPr sz="2000" b="1">
                <a:latin typeface="Lexend Exa"/>
                <a:ea typeface="Lexend Exa"/>
                <a:cs typeface="Lexend Exa"/>
                <a:sym typeface="Lexend Exa"/>
              </a:defRPr>
            </a:lvl3pPr>
            <a:lvl4pPr lvl="3" rtl="0">
              <a:spcBef>
                <a:spcPts val="0"/>
              </a:spcBef>
              <a:spcAft>
                <a:spcPts val="0"/>
              </a:spcAft>
              <a:buSzPts val="2000"/>
              <a:buFont typeface="Lexend Exa"/>
              <a:buNone/>
              <a:defRPr sz="2000" b="1">
                <a:latin typeface="Lexend Exa"/>
                <a:ea typeface="Lexend Exa"/>
                <a:cs typeface="Lexend Exa"/>
                <a:sym typeface="Lexend Exa"/>
              </a:defRPr>
            </a:lvl4pPr>
            <a:lvl5pPr lvl="4" rtl="0">
              <a:spcBef>
                <a:spcPts val="0"/>
              </a:spcBef>
              <a:spcAft>
                <a:spcPts val="0"/>
              </a:spcAft>
              <a:buSzPts val="2000"/>
              <a:buFont typeface="Lexend Exa"/>
              <a:buNone/>
              <a:defRPr sz="2000" b="1">
                <a:latin typeface="Lexend Exa"/>
                <a:ea typeface="Lexend Exa"/>
                <a:cs typeface="Lexend Exa"/>
                <a:sym typeface="Lexend Exa"/>
              </a:defRPr>
            </a:lvl5pPr>
            <a:lvl6pPr lvl="5" rtl="0">
              <a:spcBef>
                <a:spcPts val="0"/>
              </a:spcBef>
              <a:spcAft>
                <a:spcPts val="0"/>
              </a:spcAft>
              <a:buSzPts val="2000"/>
              <a:buFont typeface="Lexend Exa"/>
              <a:buNone/>
              <a:defRPr sz="2000" b="1">
                <a:latin typeface="Lexend Exa"/>
                <a:ea typeface="Lexend Exa"/>
                <a:cs typeface="Lexend Exa"/>
                <a:sym typeface="Lexend Exa"/>
              </a:defRPr>
            </a:lvl6pPr>
            <a:lvl7pPr lvl="6" rtl="0">
              <a:spcBef>
                <a:spcPts val="0"/>
              </a:spcBef>
              <a:spcAft>
                <a:spcPts val="0"/>
              </a:spcAft>
              <a:buSzPts val="2000"/>
              <a:buFont typeface="Lexend Exa"/>
              <a:buNone/>
              <a:defRPr sz="2000" b="1">
                <a:latin typeface="Lexend Exa"/>
                <a:ea typeface="Lexend Exa"/>
                <a:cs typeface="Lexend Exa"/>
                <a:sym typeface="Lexend Exa"/>
              </a:defRPr>
            </a:lvl7pPr>
            <a:lvl8pPr lvl="7" rtl="0">
              <a:spcBef>
                <a:spcPts val="0"/>
              </a:spcBef>
              <a:spcAft>
                <a:spcPts val="0"/>
              </a:spcAft>
              <a:buSzPts val="2000"/>
              <a:buFont typeface="Lexend Exa"/>
              <a:buNone/>
              <a:defRPr sz="2000" b="1">
                <a:latin typeface="Lexend Exa"/>
                <a:ea typeface="Lexend Exa"/>
                <a:cs typeface="Lexend Exa"/>
                <a:sym typeface="Lexend Exa"/>
              </a:defRPr>
            </a:lvl8pPr>
            <a:lvl9pPr lvl="8"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
        <p:nvSpPr>
          <p:cNvPr id="152" name="Google Shape;152;p14"/>
          <p:cNvSpPr txBox="1">
            <a:spLocks noGrp="1"/>
          </p:cNvSpPr>
          <p:nvPr>
            <p:ph type="title" idx="19" hasCustomPrompt="1"/>
          </p:nvPr>
        </p:nvSpPr>
        <p:spPr>
          <a:xfrm>
            <a:off x="6384348" y="2848370"/>
            <a:ext cx="1602600" cy="659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6000"/>
              <a:buNone/>
              <a:defRPr sz="4000">
                <a:solidFill>
                  <a:schemeClr val="dk1"/>
                </a:solidFill>
              </a:defRPr>
            </a:lvl1pPr>
            <a:lvl2pPr lvl="1" algn="ctr" rtl="0">
              <a:spcBef>
                <a:spcPts val="0"/>
              </a:spcBef>
              <a:spcAft>
                <a:spcPts val="0"/>
              </a:spcAft>
              <a:buClr>
                <a:schemeClr val="dk1"/>
              </a:buClr>
              <a:buSzPts val="6000"/>
              <a:buNone/>
              <a:defRPr sz="6000">
                <a:solidFill>
                  <a:schemeClr val="dk1"/>
                </a:solidFill>
              </a:defRPr>
            </a:lvl2pPr>
            <a:lvl3pPr lvl="2" algn="ctr" rtl="0">
              <a:spcBef>
                <a:spcPts val="0"/>
              </a:spcBef>
              <a:spcAft>
                <a:spcPts val="0"/>
              </a:spcAft>
              <a:buClr>
                <a:schemeClr val="dk1"/>
              </a:buClr>
              <a:buSzPts val="6000"/>
              <a:buNone/>
              <a:defRPr sz="6000">
                <a:solidFill>
                  <a:schemeClr val="dk1"/>
                </a:solidFill>
              </a:defRPr>
            </a:lvl3pPr>
            <a:lvl4pPr lvl="3" algn="ctr" rtl="0">
              <a:spcBef>
                <a:spcPts val="0"/>
              </a:spcBef>
              <a:spcAft>
                <a:spcPts val="0"/>
              </a:spcAft>
              <a:buClr>
                <a:schemeClr val="dk1"/>
              </a:buClr>
              <a:buSzPts val="6000"/>
              <a:buNone/>
              <a:defRPr sz="6000">
                <a:solidFill>
                  <a:schemeClr val="dk1"/>
                </a:solidFill>
              </a:defRPr>
            </a:lvl4pPr>
            <a:lvl5pPr lvl="4" algn="ctr" rtl="0">
              <a:spcBef>
                <a:spcPts val="0"/>
              </a:spcBef>
              <a:spcAft>
                <a:spcPts val="0"/>
              </a:spcAft>
              <a:buClr>
                <a:schemeClr val="dk1"/>
              </a:buClr>
              <a:buSzPts val="6000"/>
              <a:buNone/>
              <a:defRPr sz="6000">
                <a:solidFill>
                  <a:schemeClr val="dk1"/>
                </a:solidFill>
              </a:defRPr>
            </a:lvl5pPr>
            <a:lvl6pPr lvl="5" algn="ctr" rtl="0">
              <a:spcBef>
                <a:spcPts val="0"/>
              </a:spcBef>
              <a:spcAft>
                <a:spcPts val="0"/>
              </a:spcAft>
              <a:buClr>
                <a:schemeClr val="dk1"/>
              </a:buClr>
              <a:buSzPts val="6000"/>
              <a:buNone/>
              <a:defRPr sz="6000">
                <a:solidFill>
                  <a:schemeClr val="dk1"/>
                </a:solidFill>
              </a:defRPr>
            </a:lvl6pPr>
            <a:lvl7pPr lvl="6" algn="ctr" rtl="0">
              <a:spcBef>
                <a:spcPts val="0"/>
              </a:spcBef>
              <a:spcAft>
                <a:spcPts val="0"/>
              </a:spcAft>
              <a:buClr>
                <a:schemeClr val="dk1"/>
              </a:buClr>
              <a:buSzPts val="6000"/>
              <a:buNone/>
              <a:defRPr sz="6000">
                <a:solidFill>
                  <a:schemeClr val="dk1"/>
                </a:solidFill>
              </a:defRPr>
            </a:lvl7pPr>
            <a:lvl8pPr lvl="7" algn="ctr" rtl="0">
              <a:spcBef>
                <a:spcPts val="0"/>
              </a:spcBef>
              <a:spcAft>
                <a:spcPts val="0"/>
              </a:spcAft>
              <a:buClr>
                <a:schemeClr val="dk1"/>
              </a:buClr>
              <a:buSzPts val="6000"/>
              <a:buNone/>
              <a:defRPr sz="6000">
                <a:solidFill>
                  <a:schemeClr val="dk1"/>
                </a:solidFill>
              </a:defRPr>
            </a:lvl8pPr>
            <a:lvl9pPr lvl="8" algn="ctr" rtl="0">
              <a:spcBef>
                <a:spcPts val="0"/>
              </a:spcBef>
              <a:spcAft>
                <a:spcPts val="0"/>
              </a:spcAft>
              <a:buClr>
                <a:schemeClr val="dk1"/>
              </a:buClr>
              <a:buSzPts val="6000"/>
              <a:buNone/>
              <a:defRPr sz="6000">
                <a:solidFill>
                  <a:schemeClr val="dk1"/>
                </a:solidFill>
              </a:defRPr>
            </a:lvl9pPr>
          </a:lstStyle>
          <a:p>
            <a:r>
              <a:t>xx%</a:t>
            </a:r>
          </a:p>
        </p:txBody>
      </p:sp>
      <p:sp>
        <p:nvSpPr>
          <p:cNvPr id="153" name="Google Shape;153;p14"/>
          <p:cNvSpPr txBox="1">
            <a:spLocks noGrp="1"/>
          </p:cNvSpPr>
          <p:nvPr>
            <p:ph type="subTitle" idx="20"/>
          </p:nvPr>
        </p:nvSpPr>
        <p:spPr>
          <a:xfrm>
            <a:off x="5948748" y="3799675"/>
            <a:ext cx="2473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4" name="Google Shape;154;p14"/>
          <p:cNvSpPr txBox="1">
            <a:spLocks noGrp="1"/>
          </p:cNvSpPr>
          <p:nvPr>
            <p:ph type="subTitle" idx="21"/>
          </p:nvPr>
        </p:nvSpPr>
        <p:spPr>
          <a:xfrm>
            <a:off x="5948748" y="3505128"/>
            <a:ext cx="2473800" cy="38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Lexend Exa"/>
              <a:buNone/>
              <a:defRPr sz="2000">
                <a:latin typeface="Lexend Exa"/>
                <a:ea typeface="Lexend Exa"/>
                <a:cs typeface="Lexend Exa"/>
                <a:sym typeface="Lexend Exa"/>
              </a:defRPr>
            </a:lvl1pPr>
            <a:lvl2pPr lvl="1" rtl="0">
              <a:spcBef>
                <a:spcPts val="0"/>
              </a:spcBef>
              <a:spcAft>
                <a:spcPts val="0"/>
              </a:spcAft>
              <a:buSzPts val="2000"/>
              <a:buFont typeface="Lexend Exa"/>
              <a:buNone/>
              <a:defRPr sz="2000" b="1">
                <a:latin typeface="Lexend Exa"/>
                <a:ea typeface="Lexend Exa"/>
                <a:cs typeface="Lexend Exa"/>
                <a:sym typeface="Lexend Exa"/>
              </a:defRPr>
            </a:lvl2pPr>
            <a:lvl3pPr lvl="2" rtl="0">
              <a:spcBef>
                <a:spcPts val="0"/>
              </a:spcBef>
              <a:spcAft>
                <a:spcPts val="0"/>
              </a:spcAft>
              <a:buSzPts val="2000"/>
              <a:buFont typeface="Lexend Exa"/>
              <a:buNone/>
              <a:defRPr sz="2000" b="1">
                <a:latin typeface="Lexend Exa"/>
                <a:ea typeface="Lexend Exa"/>
                <a:cs typeface="Lexend Exa"/>
                <a:sym typeface="Lexend Exa"/>
              </a:defRPr>
            </a:lvl3pPr>
            <a:lvl4pPr lvl="3" rtl="0">
              <a:spcBef>
                <a:spcPts val="0"/>
              </a:spcBef>
              <a:spcAft>
                <a:spcPts val="0"/>
              </a:spcAft>
              <a:buSzPts val="2000"/>
              <a:buFont typeface="Lexend Exa"/>
              <a:buNone/>
              <a:defRPr sz="2000" b="1">
                <a:latin typeface="Lexend Exa"/>
                <a:ea typeface="Lexend Exa"/>
                <a:cs typeface="Lexend Exa"/>
                <a:sym typeface="Lexend Exa"/>
              </a:defRPr>
            </a:lvl4pPr>
            <a:lvl5pPr lvl="4" rtl="0">
              <a:spcBef>
                <a:spcPts val="0"/>
              </a:spcBef>
              <a:spcAft>
                <a:spcPts val="0"/>
              </a:spcAft>
              <a:buSzPts val="2000"/>
              <a:buFont typeface="Lexend Exa"/>
              <a:buNone/>
              <a:defRPr sz="2000" b="1">
                <a:latin typeface="Lexend Exa"/>
                <a:ea typeface="Lexend Exa"/>
                <a:cs typeface="Lexend Exa"/>
                <a:sym typeface="Lexend Exa"/>
              </a:defRPr>
            </a:lvl5pPr>
            <a:lvl6pPr lvl="5" rtl="0">
              <a:spcBef>
                <a:spcPts val="0"/>
              </a:spcBef>
              <a:spcAft>
                <a:spcPts val="0"/>
              </a:spcAft>
              <a:buSzPts val="2000"/>
              <a:buFont typeface="Lexend Exa"/>
              <a:buNone/>
              <a:defRPr sz="2000" b="1">
                <a:latin typeface="Lexend Exa"/>
                <a:ea typeface="Lexend Exa"/>
                <a:cs typeface="Lexend Exa"/>
                <a:sym typeface="Lexend Exa"/>
              </a:defRPr>
            </a:lvl6pPr>
            <a:lvl7pPr lvl="6" rtl="0">
              <a:spcBef>
                <a:spcPts val="0"/>
              </a:spcBef>
              <a:spcAft>
                <a:spcPts val="0"/>
              </a:spcAft>
              <a:buSzPts val="2000"/>
              <a:buFont typeface="Lexend Exa"/>
              <a:buNone/>
              <a:defRPr sz="2000" b="1">
                <a:latin typeface="Lexend Exa"/>
                <a:ea typeface="Lexend Exa"/>
                <a:cs typeface="Lexend Exa"/>
                <a:sym typeface="Lexend Exa"/>
              </a:defRPr>
            </a:lvl7pPr>
            <a:lvl8pPr lvl="7" rtl="0">
              <a:spcBef>
                <a:spcPts val="0"/>
              </a:spcBef>
              <a:spcAft>
                <a:spcPts val="0"/>
              </a:spcAft>
              <a:buSzPts val="2000"/>
              <a:buFont typeface="Lexend Exa"/>
              <a:buNone/>
              <a:defRPr sz="2000" b="1">
                <a:latin typeface="Lexend Exa"/>
                <a:ea typeface="Lexend Exa"/>
                <a:cs typeface="Lexend Exa"/>
                <a:sym typeface="Lexend Exa"/>
              </a:defRPr>
            </a:lvl8pPr>
            <a:lvl9pPr lvl="8"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5">
  <p:cSld name="CUSTOM_26">
    <p:spTree>
      <p:nvGrpSpPr>
        <p:cNvPr id="1" name="Shape 237"/>
        <p:cNvGrpSpPr/>
        <p:nvPr/>
      </p:nvGrpSpPr>
      <p:grpSpPr>
        <a:xfrm>
          <a:off x="0" y="0"/>
          <a:ext cx="0" cy="0"/>
          <a:chOff x="0" y="0"/>
          <a:chExt cx="0" cy="0"/>
        </a:xfrm>
      </p:grpSpPr>
      <p:grpSp>
        <p:nvGrpSpPr>
          <p:cNvPr id="238" name="Google Shape;238;p24"/>
          <p:cNvGrpSpPr/>
          <p:nvPr/>
        </p:nvGrpSpPr>
        <p:grpSpPr>
          <a:xfrm>
            <a:off x="155550" y="159125"/>
            <a:ext cx="8832900" cy="4825250"/>
            <a:chOff x="164875" y="162825"/>
            <a:chExt cx="8832900" cy="4825250"/>
          </a:xfrm>
        </p:grpSpPr>
        <p:sp>
          <p:nvSpPr>
            <p:cNvPr id="239" name="Google Shape;239;p24"/>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rgbClr val="823E43"/>
              </a:solidFill>
              <a:prstDash val="solid"/>
              <a:round/>
              <a:headEnd type="none" w="med" len="med"/>
              <a:tailEnd type="none" w="med" len="med"/>
            </a:ln>
          </p:spPr>
        </p:sp>
        <p:cxnSp>
          <p:nvCxnSpPr>
            <p:cNvPr id="240" name="Google Shape;240;p24"/>
            <p:cNvCxnSpPr/>
            <p:nvPr/>
          </p:nvCxnSpPr>
          <p:spPr>
            <a:xfrm>
              <a:off x="8978199" y="784475"/>
              <a:ext cx="0" cy="4091700"/>
            </a:xfrm>
            <a:prstGeom prst="straightConnector1">
              <a:avLst/>
            </a:prstGeom>
            <a:noFill/>
            <a:ln w="19050" cap="flat" cmpd="sng">
              <a:solidFill>
                <a:schemeClr val="dk1"/>
              </a:solidFill>
              <a:prstDash val="dot"/>
              <a:round/>
              <a:headEnd type="none" w="med" len="med"/>
              <a:tailEnd type="none" w="med" len="med"/>
            </a:ln>
          </p:spPr>
        </p:cxnSp>
        <p:cxnSp>
          <p:nvCxnSpPr>
            <p:cNvPr id="241" name="Google Shape;241;p24"/>
            <p:cNvCxnSpPr/>
            <p:nvPr/>
          </p:nvCxnSpPr>
          <p:spPr>
            <a:xfrm>
              <a:off x="164875" y="4988075"/>
              <a:ext cx="8832900" cy="0"/>
            </a:xfrm>
            <a:prstGeom prst="straightConnector1">
              <a:avLst/>
            </a:prstGeom>
            <a:noFill/>
            <a:ln w="19050" cap="flat" cmpd="sng">
              <a:solidFill>
                <a:schemeClr val="dk1"/>
              </a:solidFill>
              <a:prstDash val="solid"/>
              <a:round/>
              <a:headEnd type="none" w="med" len="med"/>
              <a:tailEnd type="none" w="med" len="med"/>
            </a:ln>
          </p:spPr>
        </p:cxnSp>
        <p:cxnSp>
          <p:nvCxnSpPr>
            <p:cNvPr id="242" name="Google Shape;242;p24"/>
            <p:cNvCxnSpPr/>
            <p:nvPr/>
          </p:nvCxnSpPr>
          <p:spPr>
            <a:xfrm>
              <a:off x="169011" y="784475"/>
              <a:ext cx="0" cy="4091700"/>
            </a:xfrm>
            <a:prstGeom prst="straightConnector1">
              <a:avLst/>
            </a:prstGeom>
            <a:noFill/>
            <a:ln w="19050" cap="flat" cmpd="sng">
              <a:solidFill>
                <a:schemeClr val="dk1"/>
              </a:solidFill>
              <a:prstDash val="dot"/>
              <a:round/>
              <a:headEnd type="none" w="med" len="med"/>
              <a:tailEnd type="none" w="med" len="med"/>
            </a:ln>
          </p:spPr>
        </p:cxnSp>
      </p:grpSp>
      <p:sp>
        <p:nvSpPr>
          <p:cNvPr id="243" name="Google Shape;243;p24"/>
          <p:cNvSpPr txBox="1">
            <a:spLocks noGrp="1"/>
          </p:cNvSpPr>
          <p:nvPr>
            <p:ph type="title"/>
          </p:nvPr>
        </p:nvSpPr>
        <p:spPr>
          <a:xfrm>
            <a:off x="826366" y="1921050"/>
            <a:ext cx="4387200" cy="627300"/>
          </a:xfrm>
          <a:prstGeom prst="rect">
            <a:avLst/>
          </a:prstGeom>
          <a:ln>
            <a:noFill/>
          </a:ln>
        </p:spPr>
        <p:txBody>
          <a:bodyPr spcFirstLastPara="1" wrap="square" lIns="91425" tIns="91425" rIns="91425" bIns="91425" anchor="t" anchorCtr="0">
            <a:noAutofit/>
          </a:bodyPr>
          <a:lstStyle>
            <a:lvl1pPr lvl="0" algn="ctr" rtl="0">
              <a:lnSpc>
                <a:spcPct val="80000"/>
              </a:lnSpc>
              <a:spcBef>
                <a:spcPts val="0"/>
              </a:spcBef>
              <a:spcAft>
                <a:spcPts val="0"/>
              </a:spcAft>
              <a:buSzPts val="4200"/>
              <a:buNone/>
              <a:defRPr sz="4000"/>
            </a:lvl1pPr>
            <a:lvl2pPr lvl="1" algn="r" rtl="0">
              <a:spcBef>
                <a:spcPts val="0"/>
              </a:spcBef>
              <a:spcAft>
                <a:spcPts val="0"/>
              </a:spcAft>
              <a:buSzPts val="4200"/>
              <a:buNone/>
              <a:defRPr sz="4200"/>
            </a:lvl2pPr>
            <a:lvl3pPr lvl="2" algn="r" rtl="0">
              <a:spcBef>
                <a:spcPts val="0"/>
              </a:spcBef>
              <a:spcAft>
                <a:spcPts val="0"/>
              </a:spcAft>
              <a:buSzPts val="4200"/>
              <a:buNone/>
              <a:defRPr sz="4200"/>
            </a:lvl3pPr>
            <a:lvl4pPr lvl="3" algn="r" rtl="0">
              <a:spcBef>
                <a:spcPts val="0"/>
              </a:spcBef>
              <a:spcAft>
                <a:spcPts val="0"/>
              </a:spcAft>
              <a:buSzPts val="4200"/>
              <a:buNone/>
              <a:defRPr sz="4200"/>
            </a:lvl4pPr>
            <a:lvl5pPr lvl="4" algn="r" rtl="0">
              <a:spcBef>
                <a:spcPts val="0"/>
              </a:spcBef>
              <a:spcAft>
                <a:spcPts val="0"/>
              </a:spcAft>
              <a:buSzPts val="4200"/>
              <a:buNone/>
              <a:defRPr sz="4200"/>
            </a:lvl5pPr>
            <a:lvl6pPr lvl="5" algn="r" rtl="0">
              <a:spcBef>
                <a:spcPts val="0"/>
              </a:spcBef>
              <a:spcAft>
                <a:spcPts val="0"/>
              </a:spcAft>
              <a:buSzPts val="4200"/>
              <a:buNone/>
              <a:defRPr sz="4200"/>
            </a:lvl6pPr>
            <a:lvl7pPr lvl="6" algn="r" rtl="0">
              <a:spcBef>
                <a:spcPts val="0"/>
              </a:spcBef>
              <a:spcAft>
                <a:spcPts val="0"/>
              </a:spcAft>
              <a:buSzPts val="4200"/>
              <a:buNone/>
              <a:defRPr sz="4200"/>
            </a:lvl7pPr>
            <a:lvl8pPr lvl="7" algn="r" rtl="0">
              <a:spcBef>
                <a:spcPts val="0"/>
              </a:spcBef>
              <a:spcAft>
                <a:spcPts val="0"/>
              </a:spcAft>
              <a:buSzPts val="4200"/>
              <a:buNone/>
              <a:defRPr sz="4200"/>
            </a:lvl8pPr>
            <a:lvl9pPr lvl="8" algn="r" rtl="0">
              <a:spcBef>
                <a:spcPts val="0"/>
              </a:spcBef>
              <a:spcAft>
                <a:spcPts val="0"/>
              </a:spcAft>
              <a:buSzPts val="4200"/>
              <a:buNone/>
              <a:defRPr sz="4200"/>
            </a:lvl9pPr>
          </a:lstStyle>
          <a:p>
            <a:endParaRPr/>
          </a:p>
        </p:txBody>
      </p:sp>
      <p:sp>
        <p:nvSpPr>
          <p:cNvPr id="244" name="Google Shape;244;p24"/>
          <p:cNvSpPr txBox="1">
            <a:spLocks noGrp="1"/>
          </p:cNvSpPr>
          <p:nvPr>
            <p:ph type="subTitle" idx="1"/>
          </p:nvPr>
        </p:nvSpPr>
        <p:spPr>
          <a:xfrm>
            <a:off x="720000" y="2664177"/>
            <a:ext cx="4599900" cy="44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sp>
        <p:nvSpPr>
          <p:cNvPr id="245" name="Google Shape;245;p24"/>
          <p:cNvSpPr txBox="1">
            <a:spLocks noGrp="1"/>
          </p:cNvSpPr>
          <p:nvPr>
            <p:ph type="title" idx="2" hasCustomPrompt="1"/>
          </p:nvPr>
        </p:nvSpPr>
        <p:spPr>
          <a:xfrm>
            <a:off x="6136549" y="1872974"/>
            <a:ext cx="1605900" cy="1332300"/>
          </a:xfrm>
          <a:prstGeom prst="rect">
            <a:avLst/>
          </a:prstGeom>
        </p:spPr>
        <p:txBody>
          <a:bodyPr spcFirstLastPara="1" wrap="square" lIns="91425" tIns="91425" rIns="91425" bIns="91425" anchor="b" anchorCtr="0">
            <a:noAutofit/>
          </a:bodyPr>
          <a:lstStyle>
            <a:lvl1pPr lvl="0" rtl="0">
              <a:spcBef>
                <a:spcPts val="0"/>
              </a:spcBef>
              <a:spcAft>
                <a:spcPts val="0"/>
              </a:spcAft>
              <a:buSzPts val="12000"/>
              <a:buNone/>
              <a:defRPr sz="80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2">
  <p:cSld name="TITLE_ONLY_1_1_5">
    <p:bg>
      <p:bgPr>
        <a:solidFill>
          <a:schemeClr val="lt1"/>
        </a:solidFill>
        <a:effectLst/>
      </p:bgPr>
    </p:bg>
    <p:spTree>
      <p:nvGrpSpPr>
        <p:cNvPr id="1" name="Shape 270"/>
        <p:cNvGrpSpPr/>
        <p:nvPr/>
      </p:nvGrpSpPr>
      <p:grpSpPr>
        <a:xfrm>
          <a:off x="0" y="0"/>
          <a:ext cx="0" cy="0"/>
          <a:chOff x="0" y="0"/>
          <a:chExt cx="0" cy="0"/>
        </a:xfrm>
      </p:grpSpPr>
      <p:grpSp>
        <p:nvGrpSpPr>
          <p:cNvPr id="271" name="Google Shape;271;p27"/>
          <p:cNvGrpSpPr/>
          <p:nvPr/>
        </p:nvGrpSpPr>
        <p:grpSpPr>
          <a:xfrm>
            <a:off x="155550" y="159125"/>
            <a:ext cx="8832900" cy="4825250"/>
            <a:chOff x="164875" y="162825"/>
            <a:chExt cx="8832900" cy="4825250"/>
          </a:xfrm>
        </p:grpSpPr>
        <p:sp>
          <p:nvSpPr>
            <p:cNvPr id="272" name="Google Shape;272;p27"/>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rgbClr val="823E43"/>
              </a:solidFill>
              <a:prstDash val="solid"/>
              <a:round/>
              <a:headEnd type="none" w="med" len="med"/>
              <a:tailEnd type="none" w="med" len="med"/>
            </a:ln>
          </p:spPr>
        </p:sp>
        <p:cxnSp>
          <p:nvCxnSpPr>
            <p:cNvPr id="273" name="Google Shape;273;p27"/>
            <p:cNvCxnSpPr/>
            <p:nvPr/>
          </p:nvCxnSpPr>
          <p:spPr>
            <a:xfrm>
              <a:off x="8978199" y="784475"/>
              <a:ext cx="0" cy="4091700"/>
            </a:xfrm>
            <a:prstGeom prst="straightConnector1">
              <a:avLst/>
            </a:prstGeom>
            <a:noFill/>
            <a:ln w="19050" cap="flat" cmpd="sng">
              <a:solidFill>
                <a:schemeClr val="dk1"/>
              </a:solidFill>
              <a:prstDash val="dot"/>
              <a:round/>
              <a:headEnd type="none" w="med" len="med"/>
              <a:tailEnd type="none" w="med" len="med"/>
            </a:ln>
          </p:spPr>
        </p:cxnSp>
        <p:cxnSp>
          <p:nvCxnSpPr>
            <p:cNvPr id="274" name="Google Shape;274;p27"/>
            <p:cNvCxnSpPr/>
            <p:nvPr/>
          </p:nvCxnSpPr>
          <p:spPr>
            <a:xfrm>
              <a:off x="164875" y="4988075"/>
              <a:ext cx="8832900" cy="0"/>
            </a:xfrm>
            <a:prstGeom prst="straightConnector1">
              <a:avLst/>
            </a:prstGeom>
            <a:noFill/>
            <a:ln w="19050" cap="flat" cmpd="sng">
              <a:solidFill>
                <a:schemeClr val="dk1"/>
              </a:solidFill>
              <a:prstDash val="solid"/>
              <a:round/>
              <a:headEnd type="none" w="med" len="med"/>
              <a:tailEnd type="none" w="med" len="med"/>
            </a:ln>
          </p:spPr>
        </p:cxnSp>
        <p:cxnSp>
          <p:nvCxnSpPr>
            <p:cNvPr id="275" name="Google Shape;275;p27"/>
            <p:cNvCxnSpPr/>
            <p:nvPr/>
          </p:nvCxnSpPr>
          <p:spPr>
            <a:xfrm>
              <a:off x="169011" y="784475"/>
              <a:ext cx="0" cy="4091700"/>
            </a:xfrm>
            <a:prstGeom prst="straightConnector1">
              <a:avLst/>
            </a:prstGeom>
            <a:noFill/>
            <a:ln w="19050" cap="flat" cmpd="sng">
              <a:solidFill>
                <a:schemeClr val="dk1"/>
              </a:solidFill>
              <a:prstDash val="dot"/>
              <a:round/>
              <a:headEnd type="none" w="med" len="med"/>
              <a:tailEnd type="none" w="med" len="med"/>
            </a:ln>
          </p:spPr>
        </p:cxnSp>
      </p:grpSp>
      <p:sp>
        <p:nvSpPr>
          <p:cNvPr id="276" name="Google Shape;276;p27"/>
          <p:cNvSpPr txBox="1">
            <a:spLocks noGrp="1"/>
          </p:cNvSpPr>
          <p:nvPr>
            <p:ph type="title"/>
          </p:nvPr>
        </p:nvSpPr>
        <p:spPr>
          <a:xfrm>
            <a:off x="4837600" y="347250"/>
            <a:ext cx="3142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7" name="Google Shape;277;p27"/>
          <p:cNvSpPr txBox="1">
            <a:spLocks noGrp="1"/>
          </p:cNvSpPr>
          <p:nvPr>
            <p:ph type="subTitle" idx="1"/>
          </p:nvPr>
        </p:nvSpPr>
        <p:spPr>
          <a:xfrm>
            <a:off x="5018775" y="2184550"/>
            <a:ext cx="2488200" cy="677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8" name="Google Shape;278;p27"/>
          <p:cNvSpPr txBox="1">
            <a:spLocks noGrp="1"/>
          </p:cNvSpPr>
          <p:nvPr>
            <p:ph type="subTitle" idx="2"/>
          </p:nvPr>
        </p:nvSpPr>
        <p:spPr>
          <a:xfrm>
            <a:off x="5018775" y="1765625"/>
            <a:ext cx="3077700" cy="2886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Font typeface="Lexend Exa"/>
              <a:buNone/>
              <a:defRPr sz="2000" b="1">
                <a:latin typeface="Lexend Exa"/>
                <a:ea typeface="Lexend Exa"/>
                <a:cs typeface="Lexend Exa"/>
                <a:sym typeface="Lexend Exa"/>
              </a:defRPr>
            </a:lvl1pPr>
            <a:lvl2pPr lvl="1" rtl="0">
              <a:spcBef>
                <a:spcPts val="0"/>
              </a:spcBef>
              <a:spcAft>
                <a:spcPts val="0"/>
              </a:spcAft>
              <a:buSzPts val="2000"/>
              <a:buFont typeface="Lexend Exa"/>
              <a:buNone/>
              <a:defRPr sz="2000" b="1">
                <a:latin typeface="Lexend Exa"/>
                <a:ea typeface="Lexend Exa"/>
                <a:cs typeface="Lexend Exa"/>
                <a:sym typeface="Lexend Exa"/>
              </a:defRPr>
            </a:lvl2pPr>
            <a:lvl3pPr lvl="2" rtl="0">
              <a:spcBef>
                <a:spcPts val="0"/>
              </a:spcBef>
              <a:spcAft>
                <a:spcPts val="0"/>
              </a:spcAft>
              <a:buSzPts val="2000"/>
              <a:buFont typeface="Lexend Exa"/>
              <a:buNone/>
              <a:defRPr sz="2000" b="1">
                <a:latin typeface="Lexend Exa"/>
                <a:ea typeface="Lexend Exa"/>
                <a:cs typeface="Lexend Exa"/>
                <a:sym typeface="Lexend Exa"/>
              </a:defRPr>
            </a:lvl3pPr>
            <a:lvl4pPr lvl="3" rtl="0">
              <a:spcBef>
                <a:spcPts val="0"/>
              </a:spcBef>
              <a:spcAft>
                <a:spcPts val="0"/>
              </a:spcAft>
              <a:buSzPts val="2000"/>
              <a:buFont typeface="Lexend Exa"/>
              <a:buNone/>
              <a:defRPr sz="2000" b="1">
                <a:latin typeface="Lexend Exa"/>
                <a:ea typeface="Lexend Exa"/>
                <a:cs typeface="Lexend Exa"/>
                <a:sym typeface="Lexend Exa"/>
              </a:defRPr>
            </a:lvl4pPr>
            <a:lvl5pPr lvl="4" rtl="0">
              <a:spcBef>
                <a:spcPts val="0"/>
              </a:spcBef>
              <a:spcAft>
                <a:spcPts val="0"/>
              </a:spcAft>
              <a:buSzPts val="2000"/>
              <a:buFont typeface="Lexend Exa"/>
              <a:buNone/>
              <a:defRPr sz="2000" b="1">
                <a:latin typeface="Lexend Exa"/>
                <a:ea typeface="Lexend Exa"/>
                <a:cs typeface="Lexend Exa"/>
                <a:sym typeface="Lexend Exa"/>
              </a:defRPr>
            </a:lvl5pPr>
            <a:lvl6pPr lvl="5" rtl="0">
              <a:spcBef>
                <a:spcPts val="0"/>
              </a:spcBef>
              <a:spcAft>
                <a:spcPts val="0"/>
              </a:spcAft>
              <a:buSzPts val="2000"/>
              <a:buFont typeface="Lexend Exa"/>
              <a:buNone/>
              <a:defRPr sz="2000" b="1">
                <a:latin typeface="Lexend Exa"/>
                <a:ea typeface="Lexend Exa"/>
                <a:cs typeface="Lexend Exa"/>
                <a:sym typeface="Lexend Exa"/>
              </a:defRPr>
            </a:lvl6pPr>
            <a:lvl7pPr lvl="6" rtl="0">
              <a:spcBef>
                <a:spcPts val="0"/>
              </a:spcBef>
              <a:spcAft>
                <a:spcPts val="0"/>
              </a:spcAft>
              <a:buSzPts val="2000"/>
              <a:buFont typeface="Lexend Exa"/>
              <a:buNone/>
              <a:defRPr sz="2000" b="1">
                <a:latin typeface="Lexend Exa"/>
                <a:ea typeface="Lexend Exa"/>
                <a:cs typeface="Lexend Exa"/>
                <a:sym typeface="Lexend Exa"/>
              </a:defRPr>
            </a:lvl7pPr>
            <a:lvl8pPr lvl="7" rtl="0">
              <a:spcBef>
                <a:spcPts val="0"/>
              </a:spcBef>
              <a:spcAft>
                <a:spcPts val="0"/>
              </a:spcAft>
              <a:buSzPts val="2000"/>
              <a:buFont typeface="Lexend Exa"/>
              <a:buNone/>
              <a:defRPr sz="2000" b="1">
                <a:latin typeface="Lexend Exa"/>
                <a:ea typeface="Lexend Exa"/>
                <a:cs typeface="Lexend Exa"/>
                <a:sym typeface="Lexend Exa"/>
              </a:defRPr>
            </a:lvl8pPr>
            <a:lvl9pPr lvl="8"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
        <p:nvSpPr>
          <p:cNvPr id="279" name="Google Shape;279;p27"/>
          <p:cNvSpPr txBox="1">
            <a:spLocks noGrp="1"/>
          </p:cNvSpPr>
          <p:nvPr>
            <p:ph type="subTitle" idx="3"/>
          </p:nvPr>
        </p:nvSpPr>
        <p:spPr>
          <a:xfrm>
            <a:off x="5018775" y="3849900"/>
            <a:ext cx="2488200" cy="677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0" name="Google Shape;280;p27"/>
          <p:cNvSpPr txBox="1">
            <a:spLocks noGrp="1"/>
          </p:cNvSpPr>
          <p:nvPr>
            <p:ph type="subTitle" idx="4"/>
          </p:nvPr>
        </p:nvSpPr>
        <p:spPr>
          <a:xfrm>
            <a:off x="5018775" y="3430925"/>
            <a:ext cx="3077700" cy="2886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Font typeface="Lexend Exa"/>
              <a:buNone/>
              <a:defRPr sz="2000" b="1">
                <a:latin typeface="Lexend Exa"/>
                <a:ea typeface="Lexend Exa"/>
                <a:cs typeface="Lexend Exa"/>
                <a:sym typeface="Lexend Exa"/>
              </a:defRPr>
            </a:lvl1pPr>
            <a:lvl2pPr lvl="1" rtl="0">
              <a:spcBef>
                <a:spcPts val="0"/>
              </a:spcBef>
              <a:spcAft>
                <a:spcPts val="0"/>
              </a:spcAft>
              <a:buSzPts val="2000"/>
              <a:buFont typeface="Lexend Exa"/>
              <a:buNone/>
              <a:defRPr sz="2000" b="1">
                <a:latin typeface="Lexend Exa"/>
                <a:ea typeface="Lexend Exa"/>
                <a:cs typeface="Lexend Exa"/>
                <a:sym typeface="Lexend Exa"/>
              </a:defRPr>
            </a:lvl2pPr>
            <a:lvl3pPr lvl="2" rtl="0">
              <a:spcBef>
                <a:spcPts val="0"/>
              </a:spcBef>
              <a:spcAft>
                <a:spcPts val="0"/>
              </a:spcAft>
              <a:buSzPts val="2000"/>
              <a:buFont typeface="Lexend Exa"/>
              <a:buNone/>
              <a:defRPr sz="2000" b="1">
                <a:latin typeface="Lexend Exa"/>
                <a:ea typeface="Lexend Exa"/>
                <a:cs typeface="Lexend Exa"/>
                <a:sym typeface="Lexend Exa"/>
              </a:defRPr>
            </a:lvl3pPr>
            <a:lvl4pPr lvl="3" rtl="0">
              <a:spcBef>
                <a:spcPts val="0"/>
              </a:spcBef>
              <a:spcAft>
                <a:spcPts val="0"/>
              </a:spcAft>
              <a:buSzPts val="2000"/>
              <a:buFont typeface="Lexend Exa"/>
              <a:buNone/>
              <a:defRPr sz="2000" b="1">
                <a:latin typeface="Lexend Exa"/>
                <a:ea typeface="Lexend Exa"/>
                <a:cs typeface="Lexend Exa"/>
                <a:sym typeface="Lexend Exa"/>
              </a:defRPr>
            </a:lvl4pPr>
            <a:lvl5pPr lvl="4" rtl="0">
              <a:spcBef>
                <a:spcPts val="0"/>
              </a:spcBef>
              <a:spcAft>
                <a:spcPts val="0"/>
              </a:spcAft>
              <a:buSzPts val="2000"/>
              <a:buFont typeface="Lexend Exa"/>
              <a:buNone/>
              <a:defRPr sz="2000" b="1">
                <a:latin typeface="Lexend Exa"/>
                <a:ea typeface="Lexend Exa"/>
                <a:cs typeface="Lexend Exa"/>
                <a:sym typeface="Lexend Exa"/>
              </a:defRPr>
            </a:lvl5pPr>
            <a:lvl6pPr lvl="5" rtl="0">
              <a:spcBef>
                <a:spcPts val="0"/>
              </a:spcBef>
              <a:spcAft>
                <a:spcPts val="0"/>
              </a:spcAft>
              <a:buSzPts val="2000"/>
              <a:buFont typeface="Lexend Exa"/>
              <a:buNone/>
              <a:defRPr sz="2000" b="1">
                <a:latin typeface="Lexend Exa"/>
                <a:ea typeface="Lexend Exa"/>
                <a:cs typeface="Lexend Exa"/>
                <a:sym typeface="Lexend Exa"/>
              </a:defRPr>
            </a:lvl6pPr>
            <a:lvl7pPr lvl="6" rtl="0">
              <a:spcBef>
                <a:spcPts val="0"/>
              </a:spcBef>
              <a:spcAft>
                <a:spcPts val="0"/>
              </a:spcAft>
              <a:buSzPts val="2000"/>
              <a:buFont typeface="Lexend Exa"/>
              <a:buNone/>
              <a:defRPr sz="2000" b="1">
                <a:latin typeface="Lexend Exa"/>
                <a:ea typeface="Lexend Exa"/>
                <a:cs typeface="Lexend Exa"/>
                <a:sym typeface="Lexend Exa"/>
              </a:defRPr>
            </a:lvl7pPr>
            <a:lvl8pPr lvl="7" rtl="0">
              <a:spcBef>
                <a:spcPts val="0"/>
              </a:spcBef>
              <a:spcAft>
                <a:spcPts val="0"/>
              </a:spcAft>
              <a:buSzPts val="2000"/>
              <a:buFont typeface="Lexend Exa"/>
              <a:buNone/>
              <a:defRPr sz="2000" b="1">
                <a:latin typeface="Lexend Exa"/>
                <a:ea typeface="Lexend Exa"/>
                <a:cs typeface="Lexend Exa"/>
                <a:sym typeface="Lexend Exa"/>
              </a:defRPr>
            </a:lvl8pPr>
            <a:lvl9pPr lvl="8"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3">
  <p:cSld name="CUSTOM_23">
    <p:spTree>
      <p:nvGrpSpPr>
        <p:cNvPr id="1" name="Shape 552"/>
        <p:cNvGrpSpPr/>
        <p:nvPr/>
      </p:nvGrpSpPr>
      <p:grpSpPr>
        <a:xfrm>
          <a:off x="0" y="0"/>
          <a:ext cx="0" cy="0"/>
          <a:chOff x="0" y="0"/>
          <a:chExt cx="0" cy="0"/>
        </a:xfrm>
      </p:grpSpPr>
      <p:grpSp>
        <p:nvGrpSpPr>
          <p:cNvPr id="553" name="Google Shape;553;p51"/>
          <p:cNvGrpSpPr/>
          <p:nvPr/>
        </p:nvGrpSpPr>
        <p:grpSpPr>
          <a:xfrm rot="10800000" flipH="1">
            <a:off x="155550" y="159125"/>
            <a:ext cx="8832900" cy="4825250"/>
            <a:chOff x="164875" y="162825"/>
            <a:chExt cx="8832900" cy="4825250"/>
          </a:xfrm>
        </p:grpSpPr>
        <p:sp>
          <p:nvSpPr>
            <p:cNvPr id="554" name="Google Shape;554;p51"/>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rgbClr val="823E43"/>
              </a:solidFill>
              <a:prstDash val="solid"/>
              <a:round/>
              <a:headEnd type="none" w="med" len="med"/>
              <a:tailEnd type="none" w="med" len="med"/>
            </a:ln>
          </p:spPr>
        </p:sp>
        <p:cxnSp>
          <p:nvCxnSpPr>
            <p:cNvPr id="555" name="Google Shape;555;p51"/>
            <p:cNvCxnSpPr/>
            <p:nvPr/>
          </p:nvCxnSpPr>
          <p:spPr>
            <a:xfrm>
              <a:off x="8978199" y="784475"/>
              <a:ext cx="0" cy="4091700"/>
            </a:xfrm>
            <a:prstGeom prst="straightConnector1">
              <a:avLst/>
            </a:prstGeom>
            <a:noFill/>
            <a:ln w="19050" cap="flat" cmpd="sng">
              <a:solidFill>
                <a:schemeClr val="dk1"/>
              </a:solidFill>
              <a:prstDash val="dot"/>
              <a:round/>
              <a:headEnd type="none" w="med" len="med"/>
              <a:tailEnd type="none" w="med" len="med"/>
            </a:ln>
          </p:spPr>
        </p:cxnSp>
        <p:cxnSp>
          <p:nvCxnSpPr>
            <p:cNvPr id="556" name="Google Shape;556;p51"/>
            <p:cNvCxnSpPr/>
            <p:nvPr/>
          </p:nvCxnSpPr>
          <p:spPr>
            <a:xfrm>
              <a:off x="164875" y="4988075"/>
              <a:ext cx="8832900" cy="0"/>
            </a:xfrm>
            <a:prstGeom prst="straightConnector1">
              <a:avLst/>
            </a:prstGeom>
            <a:noFill/>
            <a:ln w="19050" cap="flat" cmpd="sng">
              <a:solidFill>
                <a:schemeClr val="dk1"/>
              </a:solidFill>
              <a:prstDash val="solid"/>
              <a:round/>
              <a:headEnd type="none" w="med" len="med"/>
              <a:tailEnd type="none" w="med" len="med"/>
            </a:ln>
          </p:spPr>
        </p:cxnSp>
        <p:cxnSp>
          <p:nvCxnSpPr>
            <p:cNvPr id="557" name="Google Shape;557;p51"/>
            <p:cNvCxnSpPr/>
            <p:nvPr/>
          </p:nvCxnSpPr>
          <p:spPr>
            <a:xfrm>
              <a:off x="169011" y="784475"/>
              <a:ext cx="0" cy="4091700"/>
            </a:xfrm>
            <a:prstGeom prst="straightConnector1">
              <a:avLst/>
            </a:prstGeom>
            <a:noFill/>
            <a:ln w="19050" cap="flat" cmpd="sng">
              <a:solidFill>
                <a:schemeClr val="dk1"/>
              </a:solidFill>
              <a:prstDash val="dot"/>
              <a:round/>
              <a:headEnd type="none" w="med" len="med"/>
              <a:tailEnd type="none" w="med" len="med"/>
            </a:ln>
          </p:spPr>
        </p:cxnSp>
      </p:grpSp>
      <p:sp>
        <p:nvSpPr>
          <p:cNvPr id="558" name="Google Shape;558;p51"/>
          <p:cNvSpPr txBox="1">
            <a:spLocks noGrp="1"/>
          </p:cNvSpPr>
          <p:nvPr>
            <p:ph type="title"/>
          </p:nvPr>
        </p:nvSpPr>
        <p:spPr>
          <a:xfrm>
            <a:off x="720000" y="34725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59" name="Google Shape;559;p51"/>
          <p:cNvSpPr txBox="1">
            <a:spLocks noGrp="1"/>
          </p:cNvSpPr>
          <p:nvPr>
            <p:ph type="subTitle" idx="1"/>
          </p:nvPr>
        </p:nvSpPr>
        <p:spPr>
          <a:xfrm>
            <a:off x="747950" y="3794374"/>
            <a:ext cx="2243700" cy="677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60" name="Google Shape;560;p51"/>
          <p:cNvSpPr txBox="1">
            <a:spLocks noGrp="1"/>
          </p:cNvSpPr>
          <p:nvPr>
            <p:ph type="subTitle" idx="2"/>
          </p:nvPr>
        </p:nvSpPr>
        <p:spPr>
          <a:xfrm>
            <a:off x="747950" y="3355554"/>
            <a:ext cx="2243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Lexend Exa"/>
              <a:buNone/>
              <a:defRPr sz="2000">
                <a:latin typeface="Lexend Exa"/>
                <a:ea typeface="Lexend Exa"/>
                <a:cs typeface="Lexend Exa"/>
                <a:sym typeface="Lexend Exa"/>
              </a:defRPr>
            </a:lvl1pPr>
            <a:lvl2pPr lvl="1" algn="ctr" rtl="0">
              <a:spcBef>
                <a:spcPts val="0"/>
              </a:spcBef>
              <a:spcAft>
                <a:spcPts val="0"/>
              </a:spcAft>
              <a:buSzPts val="2000"/>
              <a:buFont typeface="Lexend Exa"/>
              <a:buNone/>
              <a:defRPr sz="2000" b="1">
                <a:latin typeface="Lexend Exa"/>
                <a:ea typeface="Lexend Exa"/>
                <a:cs typeface="Lexend Exa"/>
                <a:sym typeface="Lexend Exa"/>
              </a:defRPr>
            </a:lvl2pPr>
            <a:lvl3pPr lvl="2" algn="ctr" rtl="0">
              <a:spcBef>
                <a:spcPts val="0"/>
              </a:spcBef>
              <a:spcAft>
                <a:spcPts val="0"/>
              </a:spcAft>
              <a:buSzPts val="2000"/>
              <a:buFont typeface="Lexend Exa"/>
              <a:buNone/>
              <a:defRPr sz="2000" b="1">
                <a:latin typeface="Lexend Exa"/>
                <a:ea typeface="Lexend Exa"/>
                <a:cs typeface="Lexend Exa"/>
                <a:sym typeface="Lexend Exa"/>
              </a:defRPr>
            </a:lvl3pPr>
            <a:lvl4pPr lvl="3" algn="ctr" rtl="0">
              <a:spcBef>
                <a:spcPts val="0"/>
              </a:spcBef>
              <a:spcAft>
                <a:spcPts val="0"/>
              </a:spcAft>
              <a:buSzPts val="2000"/>
              <a:buFont typeface="Lexend Exa"/>
              <a:buNone/>
              <a:defRPr sz="2000" b="1">
                <a:latin typeface="Lexend Exa"/>
                <a:ea typeface="Lexend Exa"/>
                <a:cs typeface="Lexend Exa"/>
                <a:sym typeface="Lexend Exa"/>
              </a:defRPr>
            </a:lvl4pPr>
            <a:lvl5pPr lvl="4" algn="ctr" rtl="0">
              <a:spcBef>
                <a:spcPts val="0"/>
              </a:spcBef>
              <a:spcAft>
                <a:spcPts val="0"/>
              </a:spcAft>
              <a:buSzPts val="2000"/>
              <a:buFont typeface="Lexend Exa"/>
              <a:buNone/>
              <a:defRPr sz="2000" b="1">
                <a:latin typeface="Lexend Exa"/>
                <a:ea typeface="Lexend Exa"/>
                <a:cs typeface="Lexend Exa"/>
                <a:sym typeface="Lexend Exa"/>
              </a:defRPr>
            </a:lvl5pPr>
            <a:lvl6pPr lvl="5" algn="ctr" rtl="0">
              <a:spcBef>
                <a:spcPts val="0"/>
              </a:spcBef>
              <a:spcAft>
                <a:spcPts val="0"/>
              </a:spcAft>
              <a:buSzPts val="2000"/>
              <a:buFont typeface="Lexend Exa"/>
              <a:buNone/>
              <a:defRPr sz="2000" b="1">
                <a:latin typeface="Lexend Exa"/>
                <a:ea typeface="Lexend Exa"/>
                <a:cs typeface="Lexend Exa"/>
                <a:sym typeface="Lexend Exa"/>
              </a:defRPr>
            </a:lvl6pPr>
            <a:lvl7pPr lvl="6" algn="ctr" rtl="0">
              <a:spcBef>
                <a:spcPts val="0"/>
              </a:spcBef>
              <a:spcAft>
                <a:spcPts val="0"/>
              </a:spcAft>
              <a:buSzPts val="2000"/>
              <a:buFont typeface="Lexend Exa"/>
              <a:buNone/>
              <a:defRPr sz="2000" b="1">
                <a:latin typeface="Lexend Exa"/>
                <a:ea typeface="Lexend Exa"/>
                <a:cs typeface="Lexend Exa"/>
                <a:sym typeface="Lexend Exa"/>
              </a:defRPr>
            </a:lvl7pPr>
            <a:lvl8pPr lvl="7" algn="ctr" rtl="0">
              <a:spcBef>
                <a:spcPts val="0"/>
              </a:spcBef>
              <a:spcAft>
                <a:spcPts val="0"/>
              </a:spcAft>
              <a:buSzPts val="2000"/>
              <a:buFont typeface="Lexend Exa"/>
              <a:buNone/>
              <a:defRPr sz="2000" b="1">
                <a:latin typeface="Lexend Exa"/>
                <a:ea typeface="Lexend Exa"/>
                <a:cs typeface="Lexend Exa"/>
                <a:sym typeface="Lexend Exa"/>
              </a:defRPr>
            </a:lvl8pPr>
            <a:lvl9pPr lvl="8" algn="ctr"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
        <p:nvSpPr>
          <p:cNvPr id="561" name="Google Shape;561;p51"/>
          <p:cNvSpPr txBox="1">
            <a:spLocks noGrp="1"/>
          </p:cNvSpPr>
          <p:nvPr>
            <p:ph type="subTitle" idx="3"/>
          </p:nvPr>
        </p:nvSpPr>
        <p:spPr>
          <a:xfrm>
            <a:off x="3459175" y="3794374"/>
            <a:ext cx="2243700" cy="677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62" name="Google Shape;562;p51"/>
          <p:cNvSpPr txBox="1">
            <a:spLocks noGrp="1"/>
          </p:cNvSpPr>
          <p:nvPr>
            <p:ph type="subTitle" idx="4"/>
          </p:nvPr>
        </p:nvSpPr>
        <p:spPr>
          <a:xfrm>
            <a:off x="3459175" y="3355554"/>
            <a:ext cx="2243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Lexend Exa"/>
              <a:buNone/>
              <a:defRPr sz="2000">
                <a:latin typeface="Lexend Exa"/>
                <a:ea typeface="Lexend Exa"/>
                <a:cs typeface="Lexend Exa"/>
                <a:sym typeface="Lexend Exa"/>
              </a:defRPr>
            </a:lvl1pPr>
            <a:lvl2pPr lvl="1" algn="ctr" rtl="0">
              <a:spcBef>
                <a:spcPts val="0"/>
              </a:spcBef>
              <a:spcAft>
                <a:spcPts val="0"/>
              </a:spcAft>
              <a:buSzPts val="2000"/>
              <a:buFont typeface="Lexend Exa"/>
              <a:buNone/>
              <a:defRPr sz="2000" b="1">
                <a:latin typeface="Lexend Exa"/>
                <a:ea typeface="Lexend Exa"/>
                <a:cs typeface="Lexend Exa"/>
                <a:sym typeface="Lexend Exa"/>
              </a:defRPr>
            </a:lvl2pPr>
            <a:lvl3pPr lvl="2" algn="ctr" rtl="0">
              <a:spcBef>
                <a:spcPts val="0"/>
              </a:spcBef>
              <a:spcAft>
                <a:spcPts val="0"/>
              </a:spcAft>
              <a:buSzPts val="2000"/>
              <a:buFont typeface="Lexend Exa"/>
              <a:buNone/>
              <a:defRPr sz="2000" b="1">
                <a:latin typeface="Lexend Exa"/>
                <a:ea typeface="Lexend Exa"/>
                <a:cs typeface="Lexend Exa"/>
                <a:sym typeface="Lexend Exa"/>
              </a:defRPr>
            </a:lvl3pPr>
            <a:lvl4pPr lvl="3" algn="ctr" rtl="0">
              <a:spcBef>
                <a:spcPts val="0"/>
              </a:spcBef>
              <a:spcAft>
                <a:spcPts val="0"/>
              </a:spcAft>
              <a:buSzPts val="2000"/>
              <a:buFont typeface="Lexend Exa"/>
              <a:buNone/>
              <a:defRPr sz="2000" b="1">
                <a:latin typeface="Lexend Exa"/>
                <a:ea typeface="Lexend Exa"/>
                <a:cs typeface="Lexend Exa"/>
                <a:sym typeface="Lexend Exa"/>
              </a:defRPr>
            </a:lvl4pPr>
            <a:lvl5pPr lvl="4" algn="ctr" rtl="0">
              <a:spcBef>
                <a:spcPts val="0"/>
              </a:spcBef>
              <a:spcAft>
                <a:spcPts val="0"/>
              </a:spcAft>
              <a:buSzPts val="2000"/>
              <a:buFont typeface="Lexend Exa"/>
              <a:buNone/>
              <a:defRPr sz="2000" b="1">
                <a:latin typeface="Lexend Exa"/>
                <a:ea typeface="Lexend Exa"/>
                <a:cs typeface="Lexend Exa"/>
                <a:sym typeface="Lexend Exa"/>
              </a:defRPr>
            </a:lvl5pPr>
            <a:lvl6pPr lvl="5" algn="ctr" rtl="0">
              <a:spcBef>
                <a:spcPts val="0"/>
              </a:spcBef>
              <a:spcAft>
                <a:spcPts val="0"/>
              </a:spcAft>
              <a:buSzPts val="2000"/>
              <a:buFont typeface="Lexend Exa"/>
              <a:buNone/>
              <a:defRPr sz="2000" b="1">
                <a:latin typeface="Lexend Exa"/>
                <a:ea typeface="Lexend Exa"/>
                <a:cs typeface="Lexend Exa"/>
                <a:sym typeface="Lexend Exa"/>
              </a:defRPr>
            </a:lvl6pPr>
            <a:lvl7pPr lvl="6" algn="ctr" rtl="0">
              <a:spcBef>
                <a:spcPts val="0"/>
              </a:spcBef>
              <a:spcAft>
                <a:spcPts val="0"/>
              </a:spcAft>
              <a:buSzPts val="2000"/>
              <a:buFont typeface="Lexend Exa"/>
              <a:buNone/>
              <a:defRPr sz="2000" b="1">
                <a:latin typeface="Lexend Exa"/>
                <a:ea typeface="Lexend Exa"/>
                <a:cs typeface="Lexend Exa"/>
                <a:sym typeface="Lexend Exa"/>
              </a:defRPr>
            </a:lvl7pPr>
            <a:lvl8pPr lvl="7" algn="ctr" rtl="0">
              <a:spcBef>
                <a:spcPts val="0"/>
              </a:spcBef>
              <a:spcAft>
                <a:spcPts val="0"/>
              </a:spcAft>
              <a:buSzPts val="2000"/>
              <a:buFont typeface="Lexend Exa"/>
              <a:buNone/>
              <a:defRPr sz="2000" b="1">
                <a:latin typeface="Lexend Exa"/>
                <a:ea typeface="Lexend Exa"/>
                <a:cs typeface="Lexend Exa"/>
                <a:sym typeface="Lexend Exa"/>
              </a:defRPr>
            </a:lvl8pPr>
            <a:lvl9pPr lvl="8" algn="ctr"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
        <p:nvSpPr>
          <p:cNvPr id="563" name="Google Shape;563;p51"/>
          <p:cNvSpPr txBox="1">
            <a:spLocks noGrp="1"/>
          </p:cNvSpPr>
          <p:nvPr>
            <p:ph type="subTitle" idx="5"/>
          </p:nvPr>
        </p:nvSpPr>
        <p:spPr>
          <a:xfrm>
            <a:off x="6170400" y="3794374"/>
            <a:ext cx="2243700" cy="677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64" name="Google Shape;564;p51"/>
          <p:cNvSpPr txBox="1">
            <a:spLocks noGrp="1"/>
          </p:cNvSpPr>
          <p:nvPr>
            <p:ph type="subTitle" idx="6"/>
          </p:nvPr>
        </p:nvSpPr>
        <p:spPr>
          <a:xfrm>
            <a:off x="6170400" y="3355554"/>
            <a:ext cx="2243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Font typeface="Lexend Exa"/>
              <a:buNone/>
              <a:defRPr sz="2000">
                <a:latin typeface="Lexend Exa"/>
                <a:ea typeface="Lexend Exa"/>
                <a:cs typeface="Lexend Exa"/>
                <a:sym typeface="Lexend Exa"/>
              </a:defRPr>
            </a:lvl1pPr>
            <a:lvl2pPr lvl="1" algn="ctr" rtl="0">
              <a:spcBef>
                <a:spcPts val="0"/>
              </a:spcBef>
              <a:spcAft>
                <a:spcPts val="0"/>
              </a:spcAft>
              <a:buSzPts val="2000"/>
              <a:buFont typeface="Lexend Exa"/>
              <a:buNone/>
              <a:defRPr sz="2000" b="1">
                <a:latin typeface="Lexend Exa"/>
                <a:ea typeface="Lexend Exa"/>
                <a:cs typeface="Lexend Exa"/>
                <a:sym typeface="Lexend Exa"/>
              </a:defRPr>
            </a:lvl2pPr>
            <a:lvl3pPr lvl="2" algn="ctr" rtl="0">
              <a:spcBef>
                <a:spcPts val="0"/>
              </a:spcBef>
              <a:spcAft>
                <a:spcPts val="0"/>
              </a:spcAft>
              <a:buSzPts val="2000"/>
              <a:buFont typeface="Lexend Exa"/>
              <a:buNone/>
              <a:defRPr sz="2000" b="1">
                <a:latin typeface="Lexend Exa"/>
                <a:ea typeface="Lexend Exa"/>
                <a:cs typeface="Lexend Exa"/>
                <a:sym typeface="Lexend Exa"/>
              </a:defRPr>
            </a:lvl3pPr>
            <a:lvl4pPr lvl="3" algn="ctr" rtl="0">
              <a:spcBef>
                <a:spcPts val="0"/>
              </a:spcBef>
              <a:spcAft>
                <a:spcPts val="0"/>
              </a:spcAft>
              <a:buSzPts val="2000"/>
              <a:buFont typeface="Lexend Exa"/>
              <a:buNone/>
              <a:defRPr sz="2000" b="1">
                <a:latin typeface="Lexend Exa"/>
                <a:ea typeface="Lexend Exa"/>
                <a:cs typeface="Lexend Exa"/>
                <a:sym typeface="Lexend Exa"/>
              </a:defRPr>
            </a:lvl4pPr>
            <a:lvl5pPr lvl="4" algn="ctr" rtl="0">
              <a:spcBef>
                <a:spcPts val="0"/>
              </a:spcBef>
              <a:spcAft>
                <a:spcPts val="0"/>
              </a:spcAft>
              <a:buSzPts val="2000"/>
              <a:buFont typeface="Lexend Exa"/>
              <a:buNone/>
              <a:defRPr sz="2000" b="1">
                <a:latin typeface="Lexend Exa"/>
                <a:ea typeface="Lexend Exa"/>
                <a:cs typeface="Lexend Exa"/>
                <a:sym typeface="Lexend Exa"/>
              </a:defRPr>
            </a:lvl5pPr>
            <a:lvl6pPr lvl="5" algn="ctr" rtl="0">
              <a:spcBef>
                <a:spcPts val="0"/>
              </a:spcBef>
              <a:spcAft>
                <a:spcPts val="0"/>
              </a:spcAft>
              <a:buSzPts val="2000"/>
              <a:buFont typeface="Lexend Exa"/>
              <a:buNone/>
              <a:defRPr sz="2000" b="1">
                <a:latin typeface="Lexend Exa"/>
                <a:ea typeface="Lexend Exa"/>
                <a:cs typeface="Lexend Exa"/>
                <a:sym typeface="Lexend Exa"/>
              </a:defRPr>
            </a:lvl6pPr>
            <a:lvl7pPr lvl="6" algn="ctr" rtl="0">
              <a:spcBef>
                <a:spcPts val="0"/>
              </a:spcBef>
              <a:spcAft>
                <a:spcPts val="0"/>
              </a:spcAft>
              <a:buSzPts val="2000"/>
              <a:buFont typeface="Lexend Exa"/>
              <a:buNone/>
              <a:defRPr sz="2000" b="1">
                <a:latin typeface="Lexend Exa"/>
                <a:ea typeface="Lexend Exa"/>
                <a:cs typeface="Lexend Exa"/>
                <a:sym typeface="Lexend Exa"/>
              </a:defRPr>
            </a:lvl7pPr>
            <a:lvl8pPr lvl="7" algn="ctr" rtl="0">
              <a:spcBef>
                <a:spcPts val="0"/>
              </a:spcBef>
              <a:spcAft>
                <a:spcPts val="0"/>
              </a:spcAft>
              <a:buSzPts val="2000"/>
              <a:buFont typeface="Lexend Exa"/>
              <a:buNone/>
              <a:defRPr sz="2000" b="1">
                <a:latin typeface="Lexend Exa"/>
                <a:ea typeface="Lexend Exa"/>
                <a:cs typeface="Lexend Exa"/>
                <a:sym typeface="Lexend Exa"/>
              </a:defRPr>
            </a:lvl8pPr>
            <a:lvl9pPr lvl="8" algn="ctr" rtl="0">
              <a:spcBef>
                <a:spcPts val="0"/>
              </a:spcBef>
              <a:spcAft>
                <a:spcPts val="0"/>
              </a:spcAft>
              <a:buSzPts val="2000"/>
              <a:buFont typeface="Lexend Exa"/>
              <a:buNone/>
              <a:defRPr sz="2000" b="1">
                <a:latin typeface="Lexend Exa"/>
                <a:ea typeface="Lexend Exa"/>
                <a:cs typeface="Lexend Exa"/>
                <a:sym typeface="Lexend Exa"/>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CUSTOM">
    <p:bg>
      <p:bgPr>
        <a:solidFill>
          <a:schemeClr val="lt1"/>
        </a:solidFill>
        <a:effectLst/>
      </p:bgPr>
    </p:bg>
    <p:spTree>
      <p:nvGrpSpPr>
        <p:cNvPr id="1" name="Shape 565"/>
        <p:cNvGrpSpPr/>
        <p:nvPr/>
      </p:nvGrpSpPr>
      <p:grpSpPr>
        <a:xfrm>
          <a:off x="0" y="0"/>
          <a:ext cx="0" cy="0"/>
          <a:chOff x="0" y="0"/>
          <a:chExt cx="0" cy="0"/>
        </a:xfrm>
      </p:grpSpPr>
      <p:grpSp>
        <p:nvGrpSpPr>
          <p:cNvPr id="566" name="Google Shape;566;p52"/>
          <p:cNvGrpSpPr/>
          <p:nvPr/>
        </p:nvGrpSpPr>
        <p:grpSpPr>
          <a:xfrm>
            <a:off x="162093" y="158842"/>
            <a:ext cx="4763128" cy="4713350"/>
            <a:chOff x="169011" y="162825"/>
            <a:chExt cx="8809189" cy="4713350"/>
          </a:xfrm>
        </p:grpSpPr>
        <p:sp>
          <p:nvSpPr>
            <p:cNvPr id="567" name="Google Shape;567;p52"/>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rgbClr val="823E43"/>
              </a:solidFill>
              <a:prstDash val="solid"/>
              <a:round/>
              <a:headEnd type="none" w="med" len="med"/>
              <a:tailEnd type="none" w="med" len="med"/>
            </a:ln>
          </p:spPr>
        </p:sp>
        <p:cxnSp>
          <p:nvCxnSpPr>
            <p:cNvPr id="568" name="Google Shape;568;p52"/>
            <p:cNvCxnSpPr/>
            <p:nvPr/>
          </p:nvCxnSpPr>
          <p:spPr>
            <a:xfrm>
              <a:off x="8978199" y="784475"/>
              <a:ext cx="0" cy="4091700"/>
            </a:xfrm>
            <a:prstGeom prst="straightConnector1">
              <a:avLst/>
            </a:prstGeom>
            <a:noFill/>
            <a:ln w="19050" cap="flat" cmpd="sng">
              <a:solidFill>
                <a:schemeClr val="dk1"/>
              </a:solidFill>
              <a:prstDash val="dot"/>
              <a:round/>
              <a:headEnd type="none" w="med" len="med"/>
              <a:tailEnd type="none" w="med" len="med"/>
            </a:ln>
          </p:spPr>
        </p:cxnSp>
        <p:cxnSp>
          <p:nvCxnSpPr>
            <p:cNvPr id="569" name="Google Shape;569;p52"/>
            <p:cNvCxnSpPr/>
            <p:nvPr/>
          </p:nvCxnSpPr>
          <p:spPr>
            <a:xfrm>
              <a:off x="169011" y="784475"/>
              <a:ext cx="0" cy="4091700"/>
            </a:xfrm>
            <a:prstGeom prst="straightConnector1">
              <a:avLst/>
            </a:prstGeom>
            <a:noFill/>
            <a:ln w="19050" cap="flat" cmpd="sng">
              <a:solidFill>
                <a:schemeClr val="dk1"/>
              </a:solidFill>
              <a:prstDash val="dot"/>
              <a:round/>
              <a:headEnd type="none" w="med" len="med"/>
              <a:tailEnd type="none" w="med" len="med"/>
            </a:ln>
          </p:spPr>
        </p:cxnSp>
      </p:grpSp>
      <p:cxnSp>
        <p:nvCxnSpPr>
          <p:cNvPr id="570" name="Google Shape;570;p52"/>
          <p:cNvCxnSpPr/>
          <p:nvPr/>
        </p:nvCxnSpPr>
        <p:spPr>
          <a:xfrm>
            <a:off x="150759" y="4984375"/>
            <a:ext cx="4763100" cy="0"/>
          </a:xfrm>
          <a:prstGeom prst="straightConnector1">
            <a:avLst/>
          </a:prstGeom>
          <a:noFill/>
          <a:ln w="19050" cap="flat" cmpd="sng">
            <a:solidFill>
              <a:schemeClr val="dk1"/>
            </a:solidFill>
            <a:prstDash val="solid"/>
            <a:round/>
            <a:headEnd type="none" w="med" len="med"/>
            <a:tailEnd type="none" w="med" len="med"/>
          </a:ln>
        </p:spPr>
      </p:cxnSp>
      <p:sp>
        <p:nvSpPr>
          <p:cNvPr id="571" name="Google Shape;571;p52"/>
          <p:cNvSpPr txBox="1">
            <a:spLocks noGrp="1"/>
          </p:cNvSpPr>
          <p:nvPr>
            <p:ph type="ctrTitle"/>
          </p:nvPr>
        </p:nvSpPr>
        <p:spPr>
          <a:xfrm>
            <a:off x="793400" y="777725"/>
            <a:ext cx="3525600" cy="8304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5200"/>
              <a:buNone/>
              <a:defRPr sz="5200">
                <a:latin typeface="Lexend Exa"/>
                <a:ea typeface="Lexend Exa"/>
                <a:cs typeface="Lexend Exa"/>
                <a:sym typeface="Lexend Exa"/>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2" name="Google Shape;572;p52"/>
          <p:cNvSpPr txBox="1">
            <a:spLocks noGrp="1"/>
          </p:cNvSpPr>
          <p:nvPr>
            <p:ph type="subTitle" idx="1"/>
          </p:nvPr>
        </p:nvSpPr>
        <p:spPr>
          <a:xfrm>
            <a:off x="769100" y="2478425"/>
            <a:ext cx="3574200" cy="65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400">
                <a:latin typeface="Red Hat Text"/>
                <a:ea typeface="Red Hat Text"/>
                <a:cs typeface="Red Hat Text"/>
                <a:sym typeface="Red Hat Tex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73" name="Google Shape;573;p52"/>
          <p:cNvSpPr txBox="1">
            <a:spLocks noGrp="1"/>
          </p:cNvSpPr>
          <p:nvPr>
            <p:ph type="subTitle" idx="2"/>
          </p:nvPr>
        </p:nvSpPr>
        <p:spPr>
          <a:xfrm>
            <a:off x="769100" y="1703800"/>
            <a:ext cx="3574200" cy="474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100"/>
              <a:buFont typeface="Lexend Exa"/>
              <a:buNone/>
              <a:defRPr sz="1600">
                <a:latin typeface="Lexend Exa"/>
                <a:ea typeface="Lexend Exa"/>
                <a:cs typeface="Lexend Exa"/>
                <a:sym typeface="Lexend Exa"/>
              </a:defRPr>
            </a:lvl1pPr>
            <a:lvl2pPr lvl="1" algn="ctr" rtl="0">
              <a:lnSpc>
                <a:spcPct val="100000"/>
              </a:lnSpc>
              <a:spcBef>
                <a:spcPts val="0"/>
              </a:spcBef>
              <a:spcAft>
                <a:spcPts val="0"/>
              </a:spcAft>
              <a:buSzPts val="2800"/>
              <a:buFont typeface="Lexend Exa"/>
              <a:buNone/>
              <a:defRPr sz="2800">
                <a:latin typeface="Lexend Exa"/>
                <a:ea typeface="Lexend Exa"/>
                <a:cs typeface="Lexend Exa"/>
                <a:sym typeface="Lexend Exa"/>
              </a:defRPr>
            </a:lvl2pPr>
            <a:lvl3pPr lvl="2" algn="ctr" rtl="0">
              <a:lnSpc>
                <a:spcPct val="100000"/>
              </a:lnSpc>
              <a:spcBef>
                <a:spcPts val="0"/>
              </a:spcBef>
              <a:spcAft>
                <a:spcPts val="0"/>
              </a:spcAft>
              <a:buSzPts val="2800"/>
              <a:buFont typeface="Lexend Exa"/>
              <a:buNone/>
              <a:defRPr sz="2800">
                <a:latin typeface="Lexend Exa"/>
                <a:ea typeface="Lexend Exa"/>
                <a:cs typeface="Lexend Exa"/>
                <a:sym typeface="Lexend Exa"/>
              </a:defRPr>
            </a:lvl3pPr>
            <a:lvl4pPr lvl="3" algn="ctr" rtl="0">
              <a:lnSpc>
                <a:spcPct val="100000"/>
              </a:lnSpc>
              <a:spcBef>
                <a:spcPts val="0"/>
              </a:spcBef>
              <a:spcAft>
                <a:spcPts val="0"/>
              </a:spcAft>
              <a:buSzPts val="2800"/>
              <a:buFont typeface="Lexend Exa"/>
              <a:buNone/>
              <a:defRPr sz="2800">
                <a:latin typeface="Lexend Exa"/>
                <a:ea typeface="Lexend Exa"/>
                <a:cs typeface="Lexend Exa"/>
                <a:sym typeface="Lexend Exa"/>
              </a:defRPr>
            </a:lvl4pPr>
            <a:lvl5pPr lvl="4" algn="ctr" rtl="0">
              <a:lnSpc>
                <a:spcPct val="100000"/>
              </a:lnSpc>
              <a:spcBef>
                <a:spcPts val="0"/>
              </a:spcBef>
              <a:spcAft>
                <a:spcPts val="0"/>
              </a:spcAft>
              <a:buSzPts val="2800"/>
              <a:buFont typeface="Lexend Exa"/>
              <a:buNone/>
              <a:defRPr sz="2800">
                <a:latin typeface="Lexend Exa"/>
                <a:ea typeface="Lexend Exa"/>
                <a:cs typeface="Lexend Exa"/>
                <a:sym typeface="Lexend Exa"/>
              </a:defRPr>
            </a:lvl5pPr>
            <a:lvl6pPr lvl="5" algn="ctr" rtl="0">
              <a:lnSpc>
                <a:spcPct val="100000"/>
              </a:lnSpc>
              <a:spcBef>
                <a:spcPts val="0"/>
              </a:spcBef>
              <a:spcAft>
                <a:spcPts val="0"/>
              </a:spcAft>
              <a:buSzPts val="2800"/>
              <a:buFont typeface="Lexend Exa"/>
              <a:buNone/>
              <a:defRPr sz="2800">
                <a:latin typeface="Lexend Exa"/>
                <a:ea typeface="Lexend Exa"/>
                <a:cs typeface="Lexend Exa"/>
                <a:sym typeface="Lexend Exa"/>
              </a:defRPr>
            </a:lvl6pPr>
            <a:lvl7pPr lvl="6" algn="ctr" rtl="0">
              <a:lnSpc>
                <a:spcPct val="100000"/>
              </a:lnSpc>
              <a:spcBef>
                <a:spcPts val="0"/>
              </a:spcBef>
              <a:spcAft>
                <a:spcPts val="0"/>
              </a:spcAft>
              <a:buSzPts val="2800"/>
              <a:buFont typeface="Lexend Exa"/>
              <a:buNone/>
              <a:defRPr sz="2800">
                <a:latin typeface="Lexend Exa"/>
                <a:ea typeface="Lexend Exa"/>
                <a:cs typeface="Lexend Exa"/>
                <a:sym typeface="Lexend Exa"/>
              </a:defRPr>
            </a:lvl7pPr>
            <a:lvl8pPr lvl="7" algn="ctr" rtl="0">
              <a:lnSpc>
                <a:spcPct val="100000"/>
              </a:lnSpc>
              <a:spcBef>
                <a:spcPts val="0"/>
              </a:spcBef>
              <a:spcAft>
                <a:spcPts val="0"/>
              </a:spcAft>
              <a:buSzPts val="2800"/>
              <a:buFont typeface="Lexend Exa"/>
              <a:buNone/>
              <a:defRPr sz="2800">
                <a:latin typeface="Lexend Exa"/>
                <a:ea typeface="Lexend Exa"/>
                <a:cs typeface="Lexend Exa"/>
                <a:sym typeface="Lexend Exa"/>
              </a:defRPr>
            </a:lvl8pPr>
            <a:lvl9pPr lvl="8" algn="ctr" rtl="0">
              <a:lnSpc>
                <a:spcPct val="100000"/>
              </a:lnSpc>
              <a:spcBef>
                <a:spcPts val="0"/>
              </a:spcBef>
              <a:spcAft>
                <a:spcPts val="0"/>
              </a:spcAft>
              <a:buSzPts val="2800"/>
              <a:buFont typeface="Lexend Exa"/>
              <a:buNone/>
              <a:defRPr sz="2800">
                <a:latin typeface="Lexend Exa"/>
                <a:ea typeface="Lexend Exa"/>
                <a:cs typeface="Lexend Exa"/>
                <a:sym typeface="Lexend Exa"/>
              </a:defRPr>
            </a:lvl9pPr>
          </a:lstStyle>
          <a:p>
            <a:endParaRPr/>
          </a:p>
        </p:txBody>
      </p:sp>
      <p:sp>
        <p:nvSpPr>
          <p:cNvPr id="574" name="Google Shape;574;p52"/>
          <p:cNvSpPr txBox="1"/>
          <p:nvPr/>
        </p:nvSpPr>
        <p:spPr>
          <a:xfrm>
            <a:off x="610400" y="3714200"/>
            <a:ext cx="3891600" cy="6927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2"/>
                </a:solidFill>
                <a:latin typeface="Red Hat Text"/>
                <a:ea typeface="Red Hat Text"/>
                <a:cs typeface="Red Hat Text"/>
                <a:sym typeface="Red Hat Text"/>
              </a:rPr>
              <a:t>CREDITS:</a:t>
            </a:r>
            <a:r>
              <a:rPr lang="en" sz="1000">
                <a:solidFill>
                  <a:schemeClr val="dk2"/>
                </a:solidFill>
                <a:latin typeface="Red Hat Text"/>
                <a:ea typeface="Red Hat Text"/>
                <a:cs typeface="Red Hat Text"/>
                <a:sym typeface="Red Hat Text"/>
              </a:rPr>
              <a:t> This presentation template was created by </a:t>
            </a:r>
            <a:r>
              <a:rPr lang="en" sz="1000" b="1">
                <a:solidFill>
                  <a:schemeClr val="dk2"/>
                </a:solidFill>
                <a:uFill>
                  <a:noFill/>
                </a:uFill>
                <a:latin typeface="Red Hat Text"/>
                <a:ea typeface="Red Hat Text"/>
                <a:cs typeface="Red Hat Text"/>
                <a:sym typeface="Red Hat Text"/>
                <a:hlinkClick r:id="rId2">
                  <a:extLst>
                    <a:ext uri="{A12FA001-AC4F-418D-AE19-62706E023703}">
                      <ahyp:hlinkClr xmlns:ahyp="http://schemas.microsoft.com/office/drawing/2018/hyperlinkcolor" val="tx"/>
                    </a:ext>
                  </a:extLst>
                </a:hlinkClick>
              </a:rPr>
              <a:t>Slidesgo</a:t>
            </a:r>
            <a:r>
              <a:rPr lang="en" sz="1000">
                <a:solidFill>
                  <a:schemeClr val="dk2"/>
                </a:solidFill>
                <a:latin typeface="Red Hat Text"/>
                <a:ea typeface="Red Hat Text"/>
                <a:cs typeface="Red Hat Text"/>
                <a:sym typeface="Red Hat Text"/>
              </a:rPr>
              <a:t>, including icons by </a:t>
            </a:r>
            <a:r>
              <a:rPr lang="en" sz="1000" b="1">
                <a:solidFill>
                  <a:schemeClr val="dk2"/>
                </a:solidFill>
                <a:uFill>
                  <a:noFill/>
                </a:uFill>
                <a:latin typeface="Red Hat Text"/>
                <a:ea typeface="Red Hat Text"/>
                <a:cs typeface="Red Hat Text"/>
                <a:sym typeface="Red Hat Text"/>
                <a:hlinkClick r:id="rId3">
                  <a:extLst>
                    <a:ext uri="{A12FA001-AC4F-418D-AE19-62706E023703}">
                      <ahyp:hlinkClr xmlns:ahyp="http://schemas.microsoft.com/office/drawing/2018/hyperlinkcolor" val="tx"/>
                    </a:ext>
                  </a:extLst>
                </a:hlinkClick>
              </a:rPr>
              <a:t>Flaticon</a:t>
            </a:r>
            <a:r>
              <a:rPr lang="en" sz="1000">
                <a:solidFill>
                  <a:schemeClr val="dk2"/>
                </a:solidFill>
                <a:latin typeface="Red Hat Text"/>
                <a:ea typeface="Red Hat Text"/>
                <a:cs typeface="Red Hat Text"/>
                <a:sym typeface="Red Hat Text"/>
              </a:rPr>
              <a:t>, infographics &amp; images by </a:t>
            </a:r>
            <a:r>
              <a:rPr lang="en" sz="1000" b="1">
                <a:solidFill>
                  <a:schemeClr val="dk2"/>
                </a:solidFill>
                <a:uFill>
                  <a:noFill/>
                </a:uFill>
                <a:latin typeface="Red Hat Text"/>
                <a:ea typeface="Red Hat Text"/>
                <a:cs typeface="Red Hat Text"/>
                <a:sym typeface="Red Hat Text"/>
                <a:hlinkClick r:id="rId4">
                  <a:extLst>
                    <a:ext uri="{A12FA001-AC4F-418D-AE19-62706E023703}">
                      <ahyp:hlinkClr xmlns:ahyp="http://schemas.microsoft.com/office/drawing/2018/hyperlinkcolor" val="tx"/>
                    </a:ext>
                  </a:extLst>
                </a:hlinkClick>
              </a:rPr>
              <a:t>Freepik</a:t>
            </a:r>
            <a:r>
              <a:rPr lang="en" sz="1000">
                <a:solidFill>
                  <a:schemeClr val="dk2"/>
                </a:solidFill>
                <a:latin typeface="Red Hat Text"/>
                <a:ea typeface="Red Hat Text"/>
                <a:cs typeface="Red Hat Text"/>
                <a:sym typeface="Red Hat Text"/>
              </a:rPr>
              <a:t> </a:t>
            </a:r>
            <a:endParaRPr sz="1000" b="1">
              <a:solidFill>
                <a:schemeClr val="dk2"/>
              </a:solidFill>
              <a:latin typeface="Red Hat Text"/>
              <a:ea typeface="Red Hat Text"/>
              <a:cs typeface="Red Hat Text"/>
              <a:sym typeface="Red Hat Tex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TITLE_ONLY_1_1_1_1">
    <p:bg>
      <p:bgPr>
        <a:solidFill>
          <a:schemeClr val="lt1"/>
        </a:solidFill>
        <a:effectLst/>
      </p:bgPr>
    </p:bg>
    <p:spTree>
      <p:nvGrpSpPr>
        <p:cNvPr id="1" name="Shape 575"/>
        <p:cNvGrpSpPr/>
        <p:nvPr/>
      </p:nvGrpSpPr>
      <p:grpSpPr>
        <a:xfrm>
          <a:off x="0" y="0"/>
          <a:ext cx="0" cy="0"/>
          <a:chOff x="0" y="0"/>
          <a:chExt cx="0" cy="0"/>
        </a:xfrm>
      </p:grpSpPr>
      <p:grpSp>
        <p:nvGrpSpPr>
          <p:cNvPr id="576" name="Google Shape;576;p53"/>
          <p:cNvGrpSpPr/>
          <p:nvPr/>
        </p:nvGrpSpPr>
        <p:grpSpPr>
          <a:xfrm>
            <a:off x="155550" y="159125"/>
            <a:ext cx="8832900" cy="4825250"/>
            <a:chOff x="164875" y="162825"/>
            <a:chExt cx="8832900" cy="4825250"/>
          </a:xfrm>
        </p:grpSpPr>
        <p:sp>
          <p:nvSpPr>
            <p:cNvPr id="577" name="Google Shape;577;p53"/>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rgbClr val="823E43"/>
              </a:solidFill>
              <a:prstDash val="solid"/>
              <a:round/>
              <a:headEnd type="none" w="med" len="med"/>
              <a:tailEnd type="none" w="med" len="med"/>
            </a:ln>
          </p:spPr>
        </p:sp>
        <p:cxnSp>
          <p:nvCxnSpPr>
            <p:cNvPr id="578" name="Google Shape;578;p53"/>
            <p:cNvCxnSpPr/>
            <p:nvPr/>
          </p:nvCxnSpPr>
          <p:spPr>
            <a:xfrm>
              <a:off x="8978199" y="784475"/>
              <a:ext cx="0" cy="4091700"/>
            </a:xfrm>
            <a:prstGeom prst="straightConnector1">
              <a:avLst/>
            </a:prstGeom>
            <a:noFill/>
            <a:ln w="19050" cap="flat" cmpd="sng">
              <a:solidFill>
                <a:schemeClr val="dk1"/>
              </a:solidFill>
              <a:prstDash val="dot"/>
              <a:round/>
              <a:headEnd type="none" w="med" len="med"/>
              <a:tailEnd type="none" w="med" len="med"/>
            </a:ln>
          </p:spPr>
        </p:cxnSp>
        <p:cxnSp>
          <p:nvCxnSpPr>
            <p:cNvPr id="579" name="Google Shape;579;p53"/>
            <p:cNvCxnSpPr/>
            <p:nvPr/>
          </p:nvCxnSpPr>
          <p:spPr>
            <a:xfrm>
              <a:off x="164875" y="4988075"/>
              <a:ext cx="8832900" cy="0"/>
            </a:xfrm>
            <a:prstGeom prst="straightConnector1">
              <a:avLst/>
            </a:prstGeom>
            <a:noFill/>
            <a:ln w="19050" cap="flat" cmpd="sng">
              <a:solidFill>
                <a:schemeClr val="dk1"/>
              </a:solidFill>
              <a:prstDash val="solid"/>
              <a:round/>
              <a:headEnd type="none" w="med" len="med"/>
              <a:tailEnd type="none" w="med" len="med"/>
            </a:ln>
          </p:spPr>
        </p:cxnSp>
        <p:cxnSp>
          <p:nvCxnSpPr>
            <p:cNvPr id="580" name="Google Shape;580;p53"/>
            <p:cNvCxnSpPr/>
            <p:nvPr/>
          </p:nvCxnSpPr>
          <p:spPr>
            <a:xfrm>
              <a:off x="169011" y="784475"/>
              <a:ext cx="0" cy="4091700"/>
            </a:xfrm>
            <a:prstGeom prst="straightConnector1">
              <a:avLst/>
            </a:prstGeom>
            <a:noFill/>
            <a:ln w="19050" cap="flat" cmpd="sng">
              <a:solidFill>
                <a:schemeClr val="dk1"/>
              </a:solidFill>
              <a:prstDash val="dot"/>
              <a:round/>
              <a:headEnd type="none" w="med" len="med"/>
              <a:tailEnd type="none" w="med" len="med"/>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31">
    <p:spTree>
      <p:nvGrpSpPr>
        <p:cNvPr id="1" name="Shape 581"/>
        <p:cNvGrpSpPr/>
        <p:nvPr/>
      </p:nvGrpSpPr>
      <p:grpSpPr>
        <a:xfrm>
          <a:off x="0" y="0"/>
          <a:ext cx="0" cy="0"/>
          <a:chOff x="0" y="0"/>
          <a:chExt cx="0" cy="0"/>
        </a:xfrm>
      </p:grpSpPr>
      <p:grpSp>
        <p:nvGrpSpPr>
          <p:cNvPr id="582" name="Google Shape;582;p54"/>
          <p:cNvGrpSpPr/>
          <p:nvPr/>
        </p:nvGrpSpPr>
        <p:grpSpPr>
          <a:xfrm rot="10800000" flipH="1">
            <a:off x="155550" y="159125"/>
            <a:ext cx="8832900" cy="4825250"/>
            <a:chOff x="164875" y="162825"/>
            <a:chExt cx="8832900" cy="4825250"/>
          </a:xfrm>
        </p:grpSpPr>
        <p:sp>
          <p:nvSpPr>
            <p:cNvPr id="583" name="Google Shape;583;p54"/>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rgbClr val="823E43"/>
              </a:solidFill>
              <a:prstDash val="solid"/>
              <a:round/>
              <a:headEnd type="none" w="med" len="med"/>
              <a:tailEnd type="none" w="med" len="med"/>
            </a:ln>
          </p:spPr>
        </p:sp>
        <p:cxnSp>
          <p:nvCxnSpPr>
            <p:cNvPr id="584" name="Google Shape;584;p54"/>
            <p:cNvCxnSpPr/>
            <p:nvPr/>
          </p:nvCxnSpPr>
          <p:spPr>
            <a:xfrm>
              <a:off x="8978199" y="784475"/>
              <a:ext cx="0" cy="4091700"/>
            </a:xfrm>
            <a:prstGeom prst="straightConnector1">
              <a:avLst/>
            </a:prstGeom>
            <a:noFill/>
            <a:ln w="19050" cap="flat" cmpd="sng">
              <a:solidFill>
                <a:schemeClr val="dk1"/>
              </a:solidFill>
              <a:prstDash val="dot"/>
              <a:round/>
              <a:headEnd type="none" w="med" len="med"/>
              <a:tailEnd type="none" w="med" len="med"/>
            </a:ln>
          </p:spPr>
        </p:cxnSp>
        <p:cxnSp>
          <p:nvCxnSpPr>
            <p:cNvPr id="585" name="Google Shape;585;p54"/>
            <p:cNvCxnSpPr/>
            <p:nvPr/>
          </p:nvCxnSpPr>
          <p:spPr>
            <a:xfrm>
              <a:off x="164875" y="4988075"/>
              <a:ext cx="8832900" cy="0"/>
            </a:xfrm>
            <a:prstGeom prst="straightConnector1">
              <a:avLst/>
            </a:prstGeom>
            <a:noFill/>
            <a:ln w="19050" cap="flat" cmpd="sng">
              <a:solidFill>
                <a:schemeClr val="dk1"/>
              </a:solidFill>
              <a:prstDash val="solid"/>
              <a:round/>
              <a:headEnd type="none" w="med" len="med"/>
              <a:tailEnd type="none" w="med" len="med"/>
            </a:ln>
          </p:spPr>
        </p:cxnSp>
        <p:cxnSp>
          <p:nvCxnSpPr>
            <p:cNvPr id="586" name="Google Shape;586;p54"/>
            <p:cNvCxnSpPr/>
            <p:nvPr/>
          </p:nvCxnSpPr>
          <p:spPr>
            <a:xfrm>
              <a:off x="169011" y="784475"/>
              <a:ext cx="0" cy="4091700"/>
            </a:xfrm>
            <a:prstGeom prst="straightConnector1">
              <a:avLst/>
            </a:prstGeom>
            <a:noFill/>
            <a:ln w="19050" cap="flat" cmpd="sng">
              <a:solidFill>
                <a:schemeClr val="dk1"/>
              </a:solidFill>
              <a:prstDash val="dot"/>
              <a:round/>
              <a:headEnd type="none" w="med" len="med"/>
              <a:tailEnd type="none" w="med" len="med"/>
            </a:ln>
          </p:spPr>
        </p:cxnSp>
      </p:grpSp>
      <p:sp>
        <p:nvSpPr>
          <p:cNvPr id="587" name="Google Shape;587;p54"/>
          <p:cNvSpPr/>
          <p:nvPr/>
        </p:nvSpPr>
        <p:spPr>
          <a:xfrm>
            <a:off x="2667000" y="1052550"/>
            <a:ext cx="3810000" cy="30384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CUSTOM_32">
    <p:spTree>
      <p:nvGrpSpPr>
        <p:cNvPr id="1" name="Shape 588"/>
        <p:cNvGrpSpPr/>
        <p:nvPr/>
      </p:nvGrpSpPr>
      <p:grpSpPr>
        <a:xfrm>
          <a:off x="0" y="0"/>
          <a:ext cx="0" cy="0"/>
          <a:chOff x="0" y="0"/>
          <a:chExt cx="0" cy="0"/>
        </a:xfrm>
      </p:grpSpPr>
      <p:grpSp>
        <p:nvGrpSpPr>
          <p:cNvPr id="589" name="Google Shape;589;p55"/>
          <p:cNvGrpSpPr/>
          <p:nvPr/>
        </p:nvGrpSpPr>
        <p:grpSpPr>
          <a:xfrm rot="10800000" flipH="1">
            <a:off x="155550" y="159125"/>
            <a:ext cx="8832900" cy="4825250"/>
            <a:chOff x="164875" y="162825"/>
            <a:chExt cx="8832900" cy="4825250"/>
          </a:xfrm>
        </p:grpSpPr>
        <p:sp>
          <p:nvSpPr>
            <p:cNvPr id="590" name="Google Shape;590;p55"/>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rgbClr val="823E43"/>
              </a:solidFill>
              <a:prstDash val="solid"/>
              <a:round/>
              <a:headEnd type="none" w="med" len="med"/>
              <a:tailEnd type="none" w="med" len="med"/>
            </a:ln>
          </p:spPr>
        </p:sp>
        <p:cxnSp>
          <p:nvCxnSpPr>
            <p:cNvPr id="591" name="Google Shape;591;p55"/>
            <p:cNvCxnSpPr/>
            <p:nvPr/>
          </p:nvCxnSpPr>
          <p:spPr>
            <a:xfrm>
              <a:off x="8978199" y="784475"/>
              <a:ext cx="0" cy="4091700"/>
            </a:xfrm>
            <a:prstGeom prst="straightConnector1">
              <a:avLst/>
            </a:prstGeom>
            <a:noFill/>
            <a:ln w="19050" cap="flat" cmpd="sng">
              <a:solidFill>
                <a:schemeClr val="dk1"/>
              </a:solidFill>
              <a:prstDash val="dot"/>
              <a:round/>
              <a:headEnd type="none" w="med" len="med"/>
              <a:tailEnd type="none" w="med" len="med"/>
            </a:ln>
          </p:spPr>
        </p:cxnSp>
        <p:cxnSp>
          <p:nvCxnSpPr>
            <p:cNvPr id="592" name="Google Shape;592;p55"/>
            <p:cNvCxnSpPr/>
            <p:nvPr/>
          </p:nvCxnSpPr>
          <p:spPr>
            <a:xfrm>
              <a:off x="164875" y="4988075"/>
              <a:ext cx="8832900" cy="0"/>
            </a:xfrm>
            <a:prstGeom prst="straightConnector1">
              <a:avLst/>
            </a:prstGeom>
            <a:noFill/>
            <a:ln w="19050" cap="flat" cmpd="sng">
              <a:solidFill>
                <a:schemeClr val="dk1"/>
              </a:solidFill>
              <a:prstDash val="solid"/>
              <a:round/>
              <a:headEnd type="none" w="med" len="med"/>
              <a:tailEnd type="none" w="med" len="med"/>
            </a:ln>
          </p:spPr>
        </p:cxnSp>
        <p:cxnSp>
          <p:nvCxnSpPr>
            <p:cNvPr id="593" name="Google Shape;593;p55"/>
            <p:cNvCxnSpPr/>
            <p:nvPr/>
          </p:nvCxnSpPr>
          <p:spPr>
            <a:xfrm>
              <a:off x="169011" y="784475"/>
              <a:ext cx="0" cy="4091700"/>
            </a:xfrm>
            <a:prstGeom prst="straightConnector1">
              <a:avLst/>
            </a:prstGeom>
            <a:noFill/>
            <a:ln w="19050" cap="flat" cmpd="sng">
              <a:solidFill>
                <a:schemeClr val="dk1"/>
              </a:solidFill>
              <a:prstDash val="dot"/>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3">
  <p:cSld name="CAPTION_ONLY_1">
    <p:bg>
      <p:bgPr>
        <a:solidFill>
          <a:schemeClr val="dk2"/>
        </a:solidFill>
        <a:effectLst/>
      </p:bgPr>
    </p:bg>
    <p:spTree>
      <p:nvGrpSpPr>
        <p:cNvPr id="1" name="Shape 594"/>
        <p:cNvGrpSpPr/>
        <p:nvPr/>
      </p:nvGrpSpPr>
      <p:grpSpPr>
        <a:xfrm>
          <a:off x="0" y="0"/>
          <a:ext cx="0" cy="0"/>
          <a:chOff x="0" y="0"/>
          <a:chExt cx="0" cy="0"/>
        </a:xfrm>
      </p:grpSpPr>
      <p:grpSp>
        <p:nvGrpSpPr>
          <p:cNvPr id="595" name="Google Shape;595;p56"/>
          <p:cNvGrpSpPr/>
          <p:nvPr/>
        </p:nvGrpSpPr>
        <p:grpSpPr>
          <a:xfrm>
            <a:off x="155550" y="159125"/>
            <a:ext cx="8832900" cy="4825250"/>
            <a:chOff x="164875" y="162825"/>
            <a:chExt cx="8832900" cy="4825250"/>
          </a:xfrm>
        </p:grpSpPr>
        <p:sp>
          <p:nvSpPr>
            <p:cNvPr id="596" name="Google Shape;596;p56"/>
            <p:cNvSpPr/>
            <p:nvPr/>
          </p:nvSpPr>
          <p:spPr>
            <a:xfrm>
              <a:off x="170225" y="162825"/>
              <a:ext cx="8807975" cy="513825"/>
            </a:xfrm>
            <a:custGeom>
              <a:avLst/>
              <a:gdLst/>
              <a:ahLst/>
              <a:cxnLst/>
              <a:rect l="l" t="t" r="r" b="b"/>
              <a:pathLst>
                <a:path w="352319" h="20553" extrusionOk="0">
                  <a:moveTo>
                    <a:pt x="0" y="20426"/>
                  </a:moveTo>
                  <a:lnTo>
                    <a:pt x="0" y="0"/>
                  </a:lnTo>
                  <a:lnTo>
                    <a:pt x="352274" y="0"/>
                  </a:lnTo>
                  <a:lnTo>
                    <a:pt x="352319" y="20553"/>
                  </a:lnTo>
                </a:path>
              </a:pathLst>
            </a:custGeom>
            <a:noFill/>
            <a:ln w="19050" cap="flat" cmpd="sng">
              <a:solidFill>
                <a:schemeClr val="lt1"/>
              </a:solidFill>
              <a:prstDash val="solid"/>
              <a:round/>
              <a:headEnd type="none" w="med" len="med"/>
              <a:tailEnd type="none" w="med" len="med"/>
            </a:ln>
          </p:spPr>
        </p:sp>
        <p:cxnSp>
          <p:nvCxnSpPr>
            <p:cNvPr id="597" name="Google Shape;597;p56"/>
            <p:cNvCxnSpPr/>
            <p:nvPr/>
          </p:nvCxnSpPr>
          <p:spPr>
            <a:xfrm>
              <a:off x="8978199" y="784475"/>
              <a:ext cx="0" cy="4091700"/>
            </a:xfrm>
            <a:prstGeom prst="straightConnector1">
              <a:avLst/>
            </a:prstGeom>
            <a:noFill/>
            <a:ln w="19050" cap="flat" cmpd="sng">
              <a:solidFill>
                <a:schemeClr val="lt1"/>
              </a:solidFill>
              <a:prstDash val="dot"/>
              <a:round/>
              <a:headEnd type="none" w="med" len="med"/>
              <a:tailEnd type="none" w="med" len="med"/>
            </a:ln>
          </p:spPr>
        </p:cxnSp>
        <p:cxnSp>
          <p:nvCxnSpPr>
            <p:cNvPr id="598" name="Google Shape;598;p56"/>
            <p:cNvCxnSpPr/>
            <p:nvPr/>
          </p:nvCxnSpPr>
          <p:spPr>
            <a:xfrm>
              <a:off x="164875" y="4988075"/>
              <a:ext cx="8832900" cy="0"/>
            </a:xfrm>
            <a:prstGeom prst="straightConnector1">
              <a:avLst/>
            </a:prstGeom>
            <a:noFill/>
            <a:ln w="19050" cap="flat" cmpd="sng">
              <a:solidFill>
                <a:schemeClr val="lt1"/>
              </a:solidFill>
              <a:prstDash val="solid"/>
              <a:round/>
              <a:headEnd type="none" w="med" len="med"/>
              <a:tailEnd type="none" w="med" len="med"/>
            </a:ln>
          </p:spPr>
        </p:cxnSp>
        <p:cxnSp>
          <p:nvCxnSpPr>
            <p:cNvPr id="599" name="Google Shape;599;p56"/>
            <p:cNvCxnSpPr/>
            <p:nvPr/>
          </p:nvCxnSpPr>
          <p:spPr>
            <a:xfrm>
              <a:off x="169011" y="784475"/>
              <a:ext cx="0" cy="4091700"/>
            </a:xfrm>
            <a:prstGeom prst="straightConnector1">
              <a:avLst/>
            </a:prstGeom>
            <a:noFill/>
            <a:ln w="19050" cap="flat" cmpd="sng">
              <a:solidFill>
                <a:schemeClr val="lt1"/>
              </a:solidFill>
              <a:prstDash val="dot"/>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47250"/>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Lexend Exa"/>
              <a:buNone/>
              <a:defRPr sz="2800">
                <a:solidFill>
                  <a:schemeClr val="dk2"/>
                </a:solidFill>
                <a:latin typeface="Lexend Exa"/>
                <a:ea typeface="Lexend Exa"/>
                <a:cs typeface="Lexend Exa"/>
                <a:sym typeface="Lexend Exa"/>
              </a:defRPr>
            </a:lvl1pPr>
            <a:lvl2pPr lvl="1">
              <a:spcBef>
                <a:spcPts val="0"/>
              </a:spcBef>
              <a:spcAft>
                <a:spcPts val="0"/>
              </a:spcAft>
              <a:buClr>
                <a:schemeClr val="dk2"/>
              </a:buClr>
              <a:buSzPts val="2800"/>
              <a:buFont typeface="Lexend Exa"/>
              <a:buNone/>
              <a:defRPr sz="2800">
                <a:solidFill>
                  <a:schemeClr val="dk2"/>
                </a:solidFill>
                <a:latin typeface="Lexend Exa"/>
                <a:ea typeface="Lexend Exa"/>
                <a:cs typeface="Lexend Exa"/>
                <a:sym typeface="Lexend Exa"/>
              </a:defRPr>
            </a:lvl2pPr>
            <a:lvl3pPr lvl="2">
              <a:spcBef>
                <a:spcPts val="0"/>
              </a:spcBef>
              <a:spcAft>
                <a:spcPts val="0"/>
              </a:spcAft>
              <a:buClr>
                <a:schemeClr val="dk2"/>
              </a:buClr>
              <a:buSzPts val="2800"/>
              <a:buFont typeface="Lexend Exa"/>
              <a:buNone/>
              <a:defRPr sz="2800">
                <a:solidFill>
                  <a:schemeClr val="dk2"/>
                </a:solidFill>
                <a:latin typeface="Lexend Exa"/>
                <a:ea typeface="Lexend Exa"/>
                <a:cs typeface="Lexend Exa"/>
                <a:sym typeface="Lexend Exa"/>
              </a:defRPr>
            </a:lvl3pPr>
            <a:lvl4pPr lvl="3">
              <a:spcBef>
                <a:spcPts val="0"/>
              </a:spcBef>
              <a:spcAft>
                <a:spcPts val="0"/>
              </a:spcAft>
              <a:buClr>
                <a:schemeClr val="dk2"/>
              </a:buClr>
              <a:buSzPts val="2800"/>
              <a:buFont typeface="Lexend Exa"/>
              <a:buNone/>
              <a:defRPr sz="2800">
                <a:solidFill>
                  <a:schemeClr val="dk2"/>
                </a:solidFill>
                <a:latin typeface="Lexend Exa"/>
                <a:ea typeface="Lexend Exa"/>
                <a:cs typeface="Lexend Exa"/>
                <a:sym typeface="Lexend Exa"/>
              </a:defRPr>
            </a:lvl4pPr>
            <a:lvl5pPr lvl="4">
              <a:spcBef>
                <a:spcPts val="0"/>
              </a:spcBef>
              <a:spcAft>
                <a:spcPts val="0"/>
              </a:spcAft>
              <a:buClr>
                <a:schemeClr val="dk2"/>
              </a:buClr>
              <a:buSzPts val="2800"/>
              <a:buFont typeface="Lexend Exa"/>
              <a:buNone/>
              <a:defRPr sz="2800">
                <a:solidFill>
                  <a:schemeClr val="dk2"/>
                </a:solidFill>
                <a:latin typeface="Lexend Exa"/>
                <a:ea typeface="Lexend Exa"/>
                <a:cs typeface="Lexend Exa"/>
                <a:sym typeface="Lexend Exa"/>
              </a:defRPr>
            </a:lvl5pPr>
            <a:lvl6pPr lvl="5">
              <a:spcBef>
                <a:spcPts val="0"/>
              </a:spcBef>
              <a:spcAft>
                <a:spcPts val="0"/>
              </a:spcAft>
              <a:buClr>
                <a:schemeClr val="dk2"/>
              </a:buClr>
              <a:buSzPts val="2800"/>
              <a:buFont typeface="Lexend Exa"/>
              <a:buNone/>
              <a:defRPr sz="2800">
                <a:solidFill>
                  <a:schemeClr val="dk2"/>
                </a:solidFill>
                <a:latin typeface="Lexend Exa"/>
                <a:ea typeface="Lexend Exa"/>
                <a:cs typeface="Lexend Exa"/>
                <a:sym typeface="Lexend Exa"/>
              </a:defRPr>
            </a:lvl6pPr>
            <a:lvl7pPr lvl="6">
              <a:spcBef>
                <a:spcPts val="0"/>
              </a:spcBef>
              <a:spcAft>
                <a:spcPts val="0"/>
              </a:spcAft>
              <a:buClr>
                <a:schemeClr val="dk2"/>
              </a:buClr>
              <a:buSzPts val="2800"/>
              <a:buFont typeface="Lexend Exa"/>
              <a:buNone/>
              <a:defRPr sz="2800">
                <a:solidFill>
                  <a:schemeClr val="dk2"/>
                </a:solidFill>
                <a:latin typeface="Lexend Exa"/>
                <a:ea typeface="Lexend Exa"/>
                <a:cs typeface="Lexend Exa"/>
                <a:sym typeface="Lexend Exa"/>
              </a:defRPr>
            </a:lvl7pPr>
            <a:lvl8pPr lvl="7">
              <a:spcBef>
                <a:spcPts val="0"/>
              </a:spcBef>
              <a:spcAft>
                <a:spcPts val="0"/>
              </a:spcAft>
              <a:buClr>
                <a:schemeClr val="dk2"/>
              </a:buClr>
              <a:buSzPts val="2800"/>
              <a:buFont typeface="Lexend Exa"/>
              <a:buNone/>
              <a:defRPr sz="2800">
                <a:solidFill>
                  <a:schemeClr val="dk2"/>
                </a:solidFill>
                <a:latin typeface="Lexend Exa"/>
                <a:ea typeface="Lexend Exa"/>
                <a:cs typeface="Lexend Exa"/>
                <a:sym typeface="Lexend Exa"/>
              </a:defRPr>
            </a:lvl8pPr>
            <a:lvl9pPr lvl="8">
              <a:spcBef>
                <a:spcPts val="0"/>
              </a:spcBef>
              <a:spcAft>
                <a:spcPts val="0"/>
              </a:spcAft>
              <a:buClr>
                <a:schemeClr val="dk2"/>
              </a:buClr>
              <a:buSzPts val="2800"/>
              <a:buFont typeface="Lexend Exa"/>
              <a:buNone/>
              <a:defRPr sz="2800">
                <a:solidFill>
                  <a:schemeClr val="dk2"/>
                </a:solidFill>
                <a:latin typeface="Lexend Exa"/>
                <a:ea typeface="Lexend Exa"/>
                <a:cs typeface="Lexend Exa"/>
                <a:sym typeface="Lexend Exa"/>
              </a:defRPr>
            </a:lvl9pPr>
          </a:lstStyle>
          <a:p>
            <a:endParaRPr/>
          </a:p>
        </p:txBody>
      </p:sp>
      <p:sp>
        <p:nvSpPr>
          <p:cNvPr id="7" name="Google Shape;7;p1"/>
          <p:cNvSpPr txBox="1">
            <a:spLocks noGrp="1"/>
          </p:cNvSpPr>
          <p:nvPr>
            <p:ph type="body" idx="1"/>
          </p:nvPr>
        </p:nvSpPr>
        <p:spPr>
          <a:xfrm>
            <a:off x="720000" y="1342175"/>
            <a:ext cx="7704000" cy="32613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1pPr>
            <a:lvl2pPr marL="914400" lvl="1" indent="-317500">
              <a:lnSpc>
                <a:spcPct val="100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2pPr>
            <a:lvl3pPr marL="1371600" lvl="2" indent="-317500">
              <a:lnSpc>
                <a:spcPct val="100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3pPr>
            <a:lvl4pPr marL="1828800" lvl="3" indent="-317500">
              <a:lnSpc>
                <a:spcPct val="100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4pPr>
            <a:lvl5pPr marL="2286000" lvl="4" indent="-317500">
              <a:lnSpc>
                <a:spcPct val="100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5pPr>
            <a:lvl6pPr marL="2743200" lvl="5" indent="-317500">
              <a:lnSpc>
                <a:spcPct val="100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6pPr>
            <a:lvl7pPr marL="3200400" lvl="6" indent="-317500">
              <a:lnSpc>
                <a:spcPct val="100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7pPr>
            <a:lvl8pPr marL="3657600" lvl="7" indent="-317500">
              <a:lnSpc>
                <a:spcPct val="100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8pPr>
            <a:lvl9pPr marL="4114800" lvl="8" indent="-317500">
              <a:lnSpc>
                <a:spcPct val="100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8" r:id="rId3"/>
    <p:sldLayoutId id="2147483660" r:id="rId4"/>
    <p:sldLayoutId id="2147483670" r:id="rId5"/>
    <p:sldLayoutId id="2147483673" r:id="rId6"/>
    <p:sldLayoutId id="2147483697" r:id="rId7"/>
    <p:sldLayoutId id="2147483698" r:id="rId8"/>
    <p:sldLayoutId id="2147483699" r:id="rId9"/>
    <p:sldLayoutId id="2147483700" r:id="rId10"/>
    <p:sldLayoutId id="2147483701" r:id="rId11"/>
    <p:sldLayoutId id="214748370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audio" Target="../media/audio2.wav"/><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audio" Target="../media/audio2.wav"/><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audio" Target="../media/audio2.wav"/><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audio" Target="../media/audio2.wav"/></Relationships>
</file>

<file path=ppt/slides/_rels/slide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audio" Target="../media/audio2.wav"/><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audio" Target="../media/audio2.wav"/><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2.wav"/><Relationship Id="rId1" Type="http://schemas.openxmlformats.org/officeDocument/2006/relationships/slideLayout" Target="../slideLayouts/slideLayout7.xml"/><Relationship Id="rId6" Type="http://schemas.openxmlformats.org/officeDocument/2006/relationships/audio" Target="../media/audio2.wav"/><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2.wav"/><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audio" Target="../media/audio2.wav"/><Relationship Id="rId2" Type="http://schemas.openxmlformats.org/officeDocument/2006/relationships/audio" Target="../media/audio2.wav"/><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audio" Target="../media/audio2.wav"/><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audio" Target="../media/audio2.wav"/><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audio" Target="../media/audio2.wav"/><Relationship Id="rId2" Type="http://schemas.openxmlformats.org/officeDocument/2006/relationships/audio" Target="../media/audio2.wav"/><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audio" Target="../media/audio2.wav"/><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audio" Target="../media/audio2.wav"/><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audio" Target="../media/audio2.wav"/><Relationship Id="rId2" Type="http://schemas.openxmlformats.org/officeDocument/2006/relationships/audio" Target="../media/audio2.wav"/><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audio" Target="../media/audio2.wav"/><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audio" Target="../media/audio2.wav"/><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audio" Target="../media/audio2.wav"/><Relationship Id="rId7"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audio" Target="../media/audio2.wav"/><Relationship Id="rId4" Type="http://schemas.openxmlformats.org/officeDocument/2006/relationships/image" Target="../media/image39.png"/><Relationship Id="rId9"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audio" Target="../media/audio3.wav"/><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7"/>
        <p:cNvGrpSpPr/>
        <p:nvPr/>
      </p:nvGrpSpPr>
      <p:grpSpPr>
        <a:xfrm>
          <a:off x="0" y="0"/>
          <a:ext cx="0" cy="0"/>
          <a:chOff x="0" y="0"/>
          <a:chExt cx="0" cy="0"/>
        </a:xfrm>
      </p:grpSpPr>
      <p:sp>
        <p:nvSpPr>
          <p:cNvPr id="608" name="Google Shape;608;p59"/>
          <p:cNvSpPr txBox="1">
            <a:spLocks noGrp="1"/>
          </p:cNvSpPr>
          <p:nvPr>
            <p:ph type="ctrTitle"/>
          </p:nvPr>
        </p:nvSpPr>
        <p:spPr>
          <a:xfrm>
            <a:off x="4913854" y="1988018"/>
            <a:ext cx="3653426" cy="132349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t> </a:t>
            </a:r>
            <a:r>
              <a:rPr lang="en" sz="3500" dirty="0">
                <a:solidFill>
                  <a:schemeClr val="dk1"/>
                </a:solidFill>
              </a:rPr>
              <a:t>Coffee Shop  System</a:t>
            </a:r>
            <a:br>
              <a:rPr lang="en" sz="3200" dirty="0">
                <a:solidFill>
                  <a:schemeClr val="dk1"/>
                </a:solidFill>
              </a:rPr>
            </a:br>
            <a:r>
              <a:rPr lang="en" sz="3200" dirty="0">
                <a:solidFill>
                  <a:schemeClr val="dk1"/>
                </a:solidFill>
              </a:rPr>
              <a:t> </a:t>
            </a:r>
            <a:r>
              <a:rPr lang="en" sz="1600" dirty="0"/>
              <a:t>Summer Training Project</a:t>
            </a:r>
            <a:endParaRPr sz="1600" dirty="0"/>
          </a:p>
        </p:txBody>
      </p:sp>
      <p:pic>
        <p:nvPicPr>
          <p:cNvPr id="609" name="Google Shape;609;p59"/>
          <p:cNvPicPr preferRelativeResize="0"/>
          <p:nvPr/>
        </p:nvPicPr>
        <p:blipFill rotWithShape="1">
          <a:blip r:embed="rId4">
            <a:alphaModFix/>
          </a:blip>
          <a:srcRect l="6695" r="4973"/>
          <a:stretch/>
        </p:blipFill>
        <p:spPr>
          <a:xfrm>
            <a:off x="182375" y="149200"/>
            <a:ext cx="4279699" cy="4845149"/>
          </a:xfrm>
          <a:prstGeom prst="rect">
            <a:avLst/>
          </a:prstGeom>
          <a:noFill/>
          <a:ln>
            <a:noFill/>
          </a:ln>
        </p:spPr>
      </p:pic>
      <p:sp>
        <p:nvSpPr>
          <p:cNvPr id="610" name="Google Shape;610;p59"/>
          <p:cNvSpPr txBox="1">
            <a:spLocks noGrp="1"/>
          </p:cNvSpPr>
          <p:nvPr>
            <p:ph type="subTitle" idx="1"/>
          </p:nvPr>
        </p:nvSpPr>
        <p:spPr>
          <a:xfrm>
            <a:off x="5009069" y="3772920"/>
            <a:ext cx="3574200" cy="720000"/>
          </a:xfrm>
          <a:prstGeom prst="rect">
            <a:avLst/>
          </a:prstGeom>
        </p:spPr>
        <p:txBody>
          <a:bodyPr spcFirstLastPara="1" wrap="square" lIns="91425" tIns="91425" rIns="91425" bIns="91425" anchor="t" anchorCtr="0">
            <a:noAutofit/>
          </a:bodyPr>
          <a:lstStyle/>
          <a:p>
            <a:pPr marL="0" lvl="0" indent="0"/>
            <a:r>
              <a:rPr lang="en" dirty="0"/>
              <a:t>Prepared by : Nour Mrad, Malak Yazbek</a:t>
            </a:r>
          </a:p>
          <a:p>
            <a:pPr marL="0" lvl="0" indent="0" algn="ctr" rtl="0">
              <a:spcBef>
                <a:spcPts val="0"/>
              </a:spcBef>
              <a:spcAft>
                <a:spcPts val="0"/>
              </a:spcAft>
              <a:buNone/>
            </a:pPr>
            <a:r>
              <a:rPr lang="en" dirty="0"/>
              <a:t>Presented to : Dr. Mohammad Choker, </a:t>
            </a:r>
            <a:r>
              <a:rPr lang="en-US" dirty="0"/>
              <a:t>Samar Chamas</a:t>
            </a:r>
            <a:r>
              <a:rPr lang="en" dirty="0"/>
              <a:t>      </a:t>
            </a:r>
            <a:endParaRPr dirty="0"/>
          </a:p>
        </p:txBody>
      </p:sp>
      <p:grpSp>
        <p:nvGrpSpPr>
          <p:cNvPr id="611" name="Google Shape;611;p59"/>
          <p:cNvGrpSpPr/>
          <p:nvPr/>
        </p:nvGrpSpPr>
        <p:grpSpPr>
          <a:xfrm>
            <a:off x="5551288" y="1107432"/>
            <a:ext cx="405100" cy="388975"/>
            <a:chOff x="6241725" y="1380875"/>
            <a:chExt cx="405100" cy="388975"/>
          </a:xfrm>
        </p:grpSpPr>
        <p:sp>
          <p:nvSpPr>
            <p:cNvPr id="612" name="Google Shape;612;p59"/>
            <p:cNvSpPr/>
            <p:nvPr/>
          </p:nvSpPr>
          <p:spPr>
            <a:xfrm>
              <a:off x="6418250" y="1380875"/>
              <a:ext cx="21850" cy="112100"/>
            </a:xfrm>
            <a:custGeom>
              <a:avLst/>
              <a:gdLst/>
              <a:ahLst/>
              <a:cxnLst/>
              <a:rect l="l" t="t" r="r" b="b"/>
              <a:pathLst>
                <a:path w="874" h="4484" extrusionOk="0">
                  <a:moveTo>
                    <a:pt x="605" y="0"/>
                  </a:moveTo>
                  <a:cubicBezTo>
                    <a:pt x="471" y="0"/>
                    <a:pt x="350" y="122"/>
                    <a:pt x="350" y="256"/>
                  </a:cubicBezTo>
                  <a:cubicBezTo>
                    <a:pt x="350" y="524"/>
                    <a:pt x="283" y="645"/>
                    <a:pt x="202" y="793"/>
                  </a:cubicBezTo>
                  <a:cubicBezTo>
                    <a:pt x="108" y="981"/>
                    <a:pt x="1" y="1181"/>
                    <a:pt x="1" y="1584"/>
                  </a:cubicBezTo>
                  <a:cubicBezTo>
                    <a:pt x="1" y="1974"/>
                    <a:pt x="108" y="2175"/>
                    <a:pt x="202" y="2363"/>
                  </a:cubicBezTo>
                  <a:cubicBezTo>
                    <a:pt x="283" y="2511"/>
                    <a:pt x="350" y="2631"/>
                    <a:pt x="350" y="2900"/>
                  </a:cubicBezTo>
                  <a:cubicBezTo>
                    <a:pt x="350" y="3168"/>
                    <a:pt x="283" y="3290"/>
                    <a:pt x="202" y="3437"/>
                  </a:cubicBezTo>
                  <a:cubicBezTo>
                    <a:pt x="108" y="3625"/>
                    <a:pt x="1" y="3826"/>
                    <a:pt x="1" y="4229"/>
                  </a:cubicBezTo>
                  <a:cubicBezTo>
                    <a:pt x="1" y="4363"/>
                    <a:pt x="122" y="4484"/>
                    <a:pt x="269" y="4484"/>
                  </a:cubicBezTo>
                  <a:cubicBezTo>
                    <a:pt x="403" y="4484"/>
                    <a:pt x="525" y="4363"/>
                    <a:pt x="525" y="4229"/>
                  </a:cubicBezTo>
                  <a:cubicBezTo>
                    <a:pt x="525" y="3961"/>
                    <a:pt x="591" y="3839"/>
                    <a:pt x="672" y="3678"/>
                  </a:cubicBezTo>
                  <a:cubicBezTo>
                    <a:pt x="766" y="3504"/>
                    <a:pt x="874" y="3290"/>
                    <a:pt x="874" y="2900"/>
                  </a:cubicBezTo>
                  <a:cubicBezTo>
                    <a:pt x="874" y="2511"/>
                    <a:pt x="766" y="2296"/>
                    <a:pt x="672" y="2121"/>
                  </a:cubicBezTo>
                  <a:cubicBezTo>
                    <a:pt x="591" y="1974"/>
                    <a:pt x="525" y="1853"/>
                    <a:pt x="525" y="1584"/>
                  </a:cubicBezTo>
                  <a:cubicBezTo>
                    <a:pt x="525" y="1316"/>
                    <a:pt x="591" y="1195"/>
                    <a:pt x="672" y="1034"/>
                  </a:cubicBezTo>
                  <a:cubicBezTo>
                    <a:pt x="766" y="859"/>
                    <a:pt x="874" y="645"/>
                    <a:pt x="874" y="256"/>
                  </a:cubicBezTo>
                  <a:cubicBezTo>
                    <a:pt x="874" y="122"/>
                    <a:pt x="752" y="0"/>
                    <a:pt x="6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59"/>
            <p:cNvSpPr/>
            <p:nvPr/>
          </p:nvSpPr>
          <p:spPr>
            <a:xfrm>
              <a:off x="6470275" y="1380875"/>
              <a:ext cx="21500" cy="112100"/>
            </a:xfrm>
            <a:custGeom>
              <a:avLst/>
              <a:gdLst/>
              <a:ahLst/>
              <a:cxnLst/>
              <a:rect l="l" t="t" r="r" b="b"/>
              <a:pathLst>
                <a:path w="860" h="4484" extrusionOk="0">
                  <a:moveTo>
                    <a:pt x="591" y="0"/>
                  </a:moveTo>
                  <a:cubicBezTo>
                    <a:pt x="457" y="0"/>
                    <a:pt x="336" y="122"/>
                    <a:pt x="336" y="256"/>
                  </a:cubicBezTo>
                  <a:cubicBezTo>
                    <a:pt x="336" y="524"/>
                    <a:pt x="282" y="645"/>
                    <a:pt x="202" y="793"/>
                  </a:cubicBezTo>
                  <a:cubicBezTo>
                    <a:pt x="108" y="981"/>
                    <a:pt x="1" y="1181"/>
                    <a:pt x="1" y="1584"/>
                  </a:cubicBezTo>
                  <a:cubicBezTo>
                    <a:pt x="1" y="1974"/>
                    <a:pt x="108" y="2175"/>
                    <a:pt x="202" y="2363"/>
                  </a:cubicBezTo>
                  <a:cubicBezTo>
                    <a:pt x="282" y="2511"/>
                    <a:pt x="336" y="2631"/>
                    <a:pt x="336" y="2900"/>
                  </a:cubicBezTo>
                  <a:cubicBezTo>
                    <a:pt x="336" y="3168"/>
                    <a:pt x="282" y="3290"/>
                    <a:pt x="202" y="3437"/>
                  </a:cubicBezTo>
                  <a:cubicBezTo>
                    <a:pt x="108" y="3625"/>
                    <a:pt x="1" y="3826"/>
                    <a:pt x="1" y="4229"/>
                  </a:cubicBezTo>
                  <a:cubicBezTo>
                    <a:pt x="1" y="4363"/>
                    <a:pt x="108" y="4484"/>
                    <a:pt x="255" y="4484"/>
                  </a:cubicBezTo>
                  <a:cubicBezTo>
                    <a:pt x="390" y="4484"/>
                    <a:pt x="511" y="4363"/>
                    <a:pt x="511" y="4229"/>
                  </a:cubicBezTo>
                  <a:cubicBezTo>
                    <a:pt x="511" y="3961"/>
                    <a:pt x="577" y="3839"/>
                    <a:pt x="658" y="3678"/>
                  </a:cubicBezTo>
                  <a:cubicBezTo>
                    <a:pt x="753" y="3504"/>
                    <a:pt x="860" y="3290"/>
                    <a:pt x="860" y="2900"/>
                  </a:cubicBezTo>
                  <a:cubicBezTo>
                    <a:pt x="860" y="2511"/>
                    <a:pt x="753" y="2296"/>
                    <a:pt x="658" y="2121"/>
                  </a:cubicBezTo>
                  <a:cubicBezTo>
                    <a:pt x="577" y="1974"/>
                    <a:pt x="511" y="1853"/>
                    <a:pt x="511" y="1584"/>
                  </a:cubicBezTo>
                  <a:cubicBezTo>
                    <a:pt x="511" y="1316"/>
                    <a:pt x="577" y="1195"/>
                    <a:pt x="658" y="1034"/>
                  </a:cubicBezTo>
                  <a:cubicBezTo>
                    <a:pt x="753" y="859"/>
                    <a:pt x="860" y="645"/>
                    <a:pt x="860" y="256"/>
                  </a:cubicBezTo>
                  <a:cubicBezTo>
                    <a:pt x="860" y="122"/>
                    <a:pt x="739"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9"/>
            <p:cNvSpPr/>
            <p:nvPr/>
          </p:nvSpPr>
          <p:spPr>
            <a:xfrm>
              <a:off x="6241725" y="1505700"/>
              <a:ext cx="347025" cy="208100"/>
            </a:xfrm>
            <a:custGeom>
              <a:avLst/>
              <a:gdLst/>
              <a:ahLst/>
              <a:cxnLst/>
              <a:rect l="l" t="t" r="r" b="b"/>
              <a:pathLst>
                <a:path w="13881" h="8324" extrusionOk="0">
                  <a:moveTo>
                    <a:pt x="3183" y="1558"/>
                  </a:moveTo>
                  <a:lnTo>
                    <a:pt x="3183" y="3652"/>
                  </a:lnTo>
                  <a:cubicBezTo>
                    <a:pt x="2283" y="3639"/>
                    <a:pt x="1545" y="2900"/>
                    <a:pt x="1545" y="2002"/>
                  </a:cubicBezTo>
                  <a:cubicBezTo>
                    <a:pt x="1545" y="1853"/>
                    <a:pt x="1572" y="1706"/>
                    <a:pt x="1612" y="1558"/>
                  </a:cubicBezTo>
                  <a:close/>
                  <a:moveTo>
                    <a:pt x="1424" y="1035"/>
                  </a:moveTo>
                  <a:cubicBezTo>
                    <a:pt x="1316" y="1035"/>
                    <a:pt x="1223" y="1102"/>
                    <a:pt x="1182" y="1209"/>
                  </a:cubicBezTo>
                  <a:cubicBezTo>
                    <a:pt x="1089" y="1451"/>
                    <a:pt x="1035" y="1719"/>
                    <a:pt x="1035" y="2002"/>
                  </a:cubicBezTo>
                  <a:cubicBezTo>
                    <a:pt x="1035" y="3196"/>
                    <a:pt x="2014" y="4176"/>
                    <a:pt x="3209" y="4176"/>
                  </a:cubicBezTo>
                  <a:lnTo>
                    <a:pt x="3451" y="4176"/>
                  </a:lnTo>
                  <a:cubicBezTo>
                    <a:pt x="3585" y="4176"/>
                    <a:pt x="3706" y="4055"/>
                    <a:pt x="3706" y="3921"/>
                  </a:cubicBezTo>
                  <a:lnTo>
                    <a:pt x="3706" y="1303"/>
                  </a:lnTo>
                  <a:cubicBezTo>
                    <a:pt x="3706" y="1155"/>
                    <a:pt x="3585" y="1035"/>
                    <a:pt x="3451" y="1035"/>
                  </a:cubicBezTo>
                  <a:close/>
                  <a:moveTo>
                    <a:pt x="13358" y="525"/>
                  </a:moveTo>
                  <a:lnTo>
                    <a:pt x="13358" y="7035"/>
                  </a:lnTo>
                  <a:cubicBezTo>
                    <a:pt x="13358" y="7464"/>
                    <a:pt x="13009" y="7801"/>
                    <a:pt x="12579" y="7801"/>
                  </a:cubicBezTo>
                  <a:lnTo>
                    <a:pt x="4484" y="7801"/>
                  </a:lnTo>
                  <a:cubicBezTo>
                    <a:pt x="4055" y="7801"/>
                    <a:pt x="3706" y="7464"/>
                    <a:pt x="3706" y="7035"/>
                  </a:cubicBezTo>
                  <a:lnTo>
                    <a:pt x="3706" y="4955"/>
                  </a:lnTo>
                  <a:cubicBezTo>
                    <a:pt x="3706" y="4807"/>
                    <a:pt x="3585" y="4686"/>
                    <a:pt x="3451" y="4686"/>
                  </a:cubicBezTo>
                  <a:lnTo>
                    <a:pt x="3209" y="4686"/>
                  </a:lnTo>
                  <a:cubicBezTo>
                    <a:pt x="1719" y="4686"/>
                    <a:pt x="511" y="3478"/>
                    <a:pt x="511" y="2002"/>
                  </a:cubicBezTo>
                  <a:cubicBezTo>
                    <a:pt x="511" y="1465"/>
                    <a:pt x="672" y="967"/>
                    <a:pt x="954" y="525"/>
                  </a:cubicBezTo>
                  <a:close/>
                  <a:moveTo>
                    <a:pt x="820" y="1"/>
                  </a:moveTo>
                  <a:cubicBezTo>
                    <a:pt x="739" y="1"/>
                    <a:pt x="659" y="42"/>
                    <a:pt x="618" y="108"/>
                  </a:cubicBezTo>
                  <a:cubicBezTo>
                    <a:pt x="215" y="659"/>
                    <a:pt x="1" y="1316"/>
                    <a:pt x="1" y="2002"/>
                  </a:cubicBezTo>
                  <a:cubicBezTo>
                    <a:pt x="1" y="3759"/>
                    <a:pt x="1424" y="5196"/>
                    <a:pt x="3183" y="5209"/>
                  </a:cubicBezTo>
                  <a:lnTo>
                    <a:pt x="3183" y="7035"/>
                  </a:lnTo>
                  <a:cubicBezTo>
                    <a:pt x="3183" y="7747"/>
                    <a:pt x="3773" y="8324"/>
                    <a:pt x="4484" y="8324"/>
                  </a:cubicBezTo>
                  <a:lnTo>
                    <a:pt x="12579" y="8324"/>
                  </a:lnTo>
                  <a:cubicBezTo>
                    <a:pt x="13304" y="8324"/>
                    <a:pt x="13881" y="7747"/>
                    <a:pt x="13881" y="7035"/>
                  </a:cubicBezTo>
                  <a:lnTo>
                    <a:pt x="13881" y="269"/>
                  </a:lnTo>
                  <a:cubicBezTo>
                    <a:pt x="13881" y="122"/>
                    <a:pt x="13761" y="1"/>
                    <a:pt x="13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59"/>
            <p:cNvSpPr/>
            <p:nvPr/>
          </p:nvSpPr>
          <p:spPr>
            <a:xfrm>
              <a:off x="6541075" y="1566125"/>
              <a:ext cx="13125" cy="113125"/>
            </a:xfrm>
            <a:custGeom>
              <a:avLst/>
              <a:gdLst/>
              <a:ahLst/>
              <a:cxnLst/>
              <a:rect l="l" t="t" r="r" b="b"/>
              <a:pathLst>
                <a:path w="525" h="4525" extrusionOk="0">
                  <a:moveTo>
                    <a:pt x="269" y="0"/>
                  </a:moveTo>
                  <a:cubicBezTo>
                    <a:pt x="122" y="0"/>
                    <a:pt x="1" y="121"/>
                    <a:pt x="1" y="256"/>
                  </a:cubicBezTo>
                  <a:lnTo>
                    <a:pt x="1" y="4269"/>
                  </a:lnTo>
                  <a:cubicBezTo>
                    <a:pt x="1" y="4417"/>
                    <a:pt x="122" y="4524"/>
                    <a:pt x="269" y="4524"/>
                  </a:cubicBezTo>
                  <a:cubicBezTo>
                    <a:pt x="403" y="4524"/>
                    <a:pt x="525" y="4417"/>
                    <a:pt x="525" y="4269"/>
                  </a:cubicBezTo>
                  <a:lnTo>
                    <a:pt x="525" y="256"/>
                  </a:lnTo>
                  <a:cubicBezTo>
                    <a:pt x="525" y="121"/>
                    <a:pt x="403"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59"/>
            <p:cNvSpPr/>
            <p:nvPr/>
          </p:nvSpPr>
          <p:spPr>
            <a:xfrm>
              <a:off x="6541075" y="1505700"/>
              <a:ext cx="13125" cy="47675"/>
            </a:xfrm>
            <a:custGeom>
              <a:avLst/>
              <a:gdLst/>
              <a:ahLst/>
              <a:cxnLst/>
              <a:rect l="l" t="t" r="r" b="b"/>
              <a:pathLst>
                <a:path w="525" h="1907" extrusionOk="0">
                  <a:moveTo>
                    <a:pt x="269" y="1"/>
                  </a:moveTo>
                  <a:cubicBezTo>
                    <a:pt x="122" y="1"/>
                    <a:pt x="1" y="122"/>
                    <a:pt x="1" y="269"/>
                  </a:cubicBezTo>
                  <a:lnTo>
                    <a:pt x="1" y="1639"/>
                  </a:lnTo>
                  <a:cubicBezTo>
                    <a:pt x="1" y="1787"/>
                    <a:pt x="122" y="1907"/>
                    <a:pt x="269" y="1907"/>
                  </a:cubicBezTo>
                  <a:cubicBezTo>
                    <a:pt x="403" y="1907"/>
                    <a:pt x="525" y="1787"/>
                    <a:pt x="525" y="1639"/>
                  </a:cubicBezTo>
                  <a:lnTo>
                    <a:pt x="525" y="269"/>
                  </a:lnTo>
                  <a:cubicBezTo>
                    <a:pt x="525" y="122"/>
                    <a:pt x="403"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59"/>
            <p:cNvSpPr/>
            <p:nvPr/>
          </p:nvSpPr>
          <p:spPr>
            <a:xfrm>
              <a:off x="6271250" y="1726600"/>
              <a:ext cx="367850" cy="43250"/>
            </a:xfrm>
            <a:custGeom>
              <a:avLst/>
              <a:gdLst/>
              <a:ahLst/>
              <a:cxnLst/>
              <a:rect l="l" t="t" r="r" b="b"/>
              <a:pathLst>
                <a:path w="14714" h="1730" extrusionOk="0">
                  <a:moveTo>
                    <a:pt x="288" y="1"/>
                  </a:moveTo>
                  <a:cubicBezTo>
                    <a:pt x="264" y="1"/>
                    <a:pt x="239" y="4"/>
                    <a:pt x="216" y="12"/>
                  </a:cubicBezTo>
                  <a:cubicBezTo>
                    <a:pt x="81" y="51"/>
                    <a:pt x="1" y="200"/>
                    <a:pt x="42" y="334"/>
                  </a:cubicBezTo>
                  <a:lnTo>
                    <a:pt x="243" y="1045"/>
                  </a:lnTo>
                  <a:cubicBezTo>
                    <a:pt x="350" y="1435"/>
                    <a:pt x="753" y="1730"/>
                    <a:pt x="1143" y="1730"/>
                  </a:cubicBezTo>
                  <a:lnTo>
                    <a:pt x="13559" y="1730"/>
                  </a:lnTo>
                  <a:cubicBezTo>
                    <a:pt x="13962" y="1730"/>
                    <a:pt x="14352" y="1435"/>
                    <a:pt x="14472" y="1045"/>
                  </a:cubicBezTo>
                  <a:lnTo>
                    <a:pt x="14674" y="334"/>
                  </a:lnTo>
                  <a:cubicBezTo>
                    <a:pt x="14713" y="200"/>
                    <a:pt x="14633" y="51"/>
                    <a:pt x="14486" y="12"/>
                  </a:cubicBezTo>
                  <a:cubicBezTo>
                    <a:pt x="14462" y="4"/>
                    <a:pt x="14438" y="1"/>
                    <a:pt x="14415" y="1"/>
                  </a:cubicBezTo>
                  <a:cubicBezTo>
                    <a:pt x="14307" y="1"/>
                    <a:pt x="14210" y="75"/>
                    <a:pt x="14176" y="186"/>
                  </a:cubicBezTo>
                  <a:lnTo>
                    <a:pt x="13976" y="898"/>
                  </a:lnTo>
                  <a:cubicBezTo>
                    <a:pt x="13922" y="1059"/>
                    <a:pt x="13720" y="1206"/>
                    <a:pt x="13559" y="1206"/>
                  </a:cubicBezTo>
                  <a:lnTo>
                    <a:pt x="1143" y="1206"/>
                  </a:lnTo>
                  <a:cubicBezTo>
                    <a:pt x="981" y="1206"/>
                    <a:pt x="780" y="1059"/>
                    <a:pt x="740" y="898"/>
                  </a:cubicBezTo>
                  <a:lnTo>
                    <a:pt x="538" y="186"/>
                  </a:lnTo>
                  <a:cubicBezTo>
                    <a:pt x="505" y="75"/>
                    <a:pt x="399" y="1"/>
                    <a:pt x="2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59"/>
            <p:cNvSpPr/>
            <p:nvPr/>
          </p:nvSpPr>
          <p:spPr>
            <a:xfrm>
              <a:off x="6263200" y="1726875"/>
              <a:ext cx="383625" cy="12775"/>
            </a:xfrm>
            <a:custGeom>
              <a:avLst/>
              <a:gdLst/>
              <a:ahLst/>
              <a:cxnLst/>
              <a:rect l="l" t="t" r="r" b="b"/>
              <a:pathLst>
                <a:path w="15345" h="511" extrusionOk="0">
                  <a:moveTo>
                    <a:pt x="256" y="1"/>
                  </a:moveTo>
                  <a:cubicBezTo>
                    <a:pt x="122" y="1"/>
                    <a:pt x="1" y="108"/>
                    <a:pt x="1" y="255"/>
                  </a:cubicBezTo>
                  <a:cubicBezTo>
                    <a:pt x="1" y="389"/>
                    <a:pt x="122" y="511"/>
                    <a:pt x="256" y="511"/>
                  </a:cubicBezTo>
                  <a:lnTo>
                    <a:pt x="15089" y="511"/>
                  </a:lnTo>
                  <a:cubicBezTo>
                    <a:pt x="15223" y="511"/>
                    <a:pt x="15345" y="389"/>
                    <a:pt x="15345" y="255"/>
                  </a:cubicBezTo>
                  <a:cubicBezTo>
                    <a:pt x="15345" y="108"/>
                    <a:pt x="15223" y="1"/>
                    <a:pt x="150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59"/>
          <p:cNvGrpSpPr/>
          <p:nvPr/>
        </p:nvGrpSpPr>
        <p:grpSpPr>
          <a:xfrm>
            <a:off x="7524746" y="1116157"/>
            <a:ext cx="405425" cy="371525"/>
            <a:chOff x="7735800" y="1389600"/>
            <a:chExt cx="405425" cy="371525"/>
          </a:xfrm>
        </p:grpSpPr>
        <p:sp>
          <p:nvSpPr>
            <p:cNvPr id="620" name="Google Shape;620;p59"/>
            <p:cNvSpPr/>
            <p:nvPr/>
          </p:nvSpPr>
          <p:spPr>
            <a:xfrm>
              <a:off x="7735800" y="1718150"/>
              <a:ext cx="405425" cy="42975"/>
            </a:xfrm>
            <a:custGeom>
              <a:avLst/>
              <a:gdLst/>
              <a:ahLst/>
              <a:cxnLst/>
              <a:rect l="l" t="t" r="r" b="b"/>
              <a:pathLst>
                <a:path w="16217" h="1719" extrusionOk="0">
                  <a:moveTo>
                    <a:pt x="15264" y="511"/>
                  </a:moveTo>
                  <a:lnTo>
                    <a:pt x="15156" y="899"/>
                  </a:lnTo>
                  <a:cubicBezTo>
                    <a:pt x="15116" y="1061"/>
                    <a:pt x="14915" y="1209"/>
                    <a:pt x="14740" y="1209"/>
                  </a:cubicBezTo>
                  <a:lnTo>
                    <a:pt x="1477" y="1209"/>
                  </a:lnTo>
                  <a:cubicBezTo>
                    <a:pt x="1303" y="1209"/>
                    <a:pt x="1101" y="1061"/>
                    <a:pt x="1061" y="899"/>
                  </a:cubicBezTo>
                  <a:lnTo>
                    <a:pt x="954" y="511"/>
                  </a:lnTo>
                  <a:close/>
                  <a:moveTo>
                    <a:pt x="269" y="1"/>
                  </a:moveTo>
                  <a:cubicBezTo>
                    <a:pt x="122" y="1"/>
                    <a:pt x="0" y="108"/>
                    <a:pt x="0" y="255"/>
                  </a:cubicBezTo>
                  <a:cubicBezTo>
                    <a:pt x="0" y="403"/>
                    <a:pt x="122" y="511"/>
                    <a:pt x="269" y="511"/>
                  </a:cubicBezTo>
                  <a:lnTo>
                    <a:pt x="417" y="511"/>
                  </a:lnTo>
                  <a:lnTo>
                    <a:pt x="564" y="1034"/>
                  </a:lnTo>
                  <a:cubicBezTo>
                    <a:pt x="672" y="1424"/>
                    <a:pt x="1074" y="1719"/>
                    <a:pt x="1477" y="1719"/>
                  </a:cubicBezTo>
                  <a:lnTo>
                    <a:pt x="14740" y="1719"/>
                  </a:lnTo>
                  <a:cubicBezTo>
                    <a:pt x="15143" y="1719"/>
                    <a:pt x="15545" y="1424"/>
                    <a:pt x="15653" y="1034"/>
                  </a:cubicBezTo>
                  <a:lnTo>
                    <a:pt x="15801" y="511"/>
                  </a:lnTo>
                  <a:lnTo>
                    <a:pt x="15948" y="511"/>
                  </a:lnTo>
                  <a:cubicBezTo>
                    <a:pt x="16096" y="511"/>
                    <a:pt x="16216" y="403"/>
                    <a:pt x="16216" y="255"/>
                  </a:cubicBezTo>
                  <a:cubicBezTo>
                    <a:pt x="16216" y="108"/>
                    <a:pt x="16096" y="1"/>
                    <a:pt x="159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59"/>
            <p:cNvSpPr/>
            <p:nvPr/>
          </p:nvSpPr>
          <p:spPr>
            <a:xfrm>
              <a:off x="7748900" y="1514425"/>
              <a:ext cx="312800" cy="190650"/>
            </a:xfrm>
            <a:custGeom>
              <a:avLst/>
              <a:gdLst/>
              <a:ahLst/>
              <a:cxnLst/>
              <a:rect l="l" t="t" r="r" b="b"/>
              <a:pathLst>
                <a:path w="12512" h="7626" extrusionOk="0">
                  <a:moveTo>
                    <a:pt x="11975" y="525"/>
                  </a:moveTo>
                  <a:cubicBezTo>
                    <a:pt x="11921" y="1438"/>
                    <a:pt x="11545" y="2297"/>
                    <a:pt x="11142" y="3196"/>
                  </a:cubicBezTo>
                  <a:cubicBezTo>
                    <a:pt x="10713" y="4189"/>
                    <a:pt x="10269" y="5209"/>
                    <a:pt x="10269" y="6337"/>
                  </a:cubicBezTo>
                  <a:cubicBezTo>
                    <a:pt x="10269" y="6766"/>
                    <a:pt x="9920" y="7115"/>
                    <a:pt x="9491" y="7115"/>
                  </a:cubicBezTo>
                  <a:lnTo>
                    <a:pt x="5692" y="7115"/>
                  </a:lnTo>
                  <a:cubicBezTo>
                    <a:pt x="5263" y="7115"/>
                    <a:pt x="4914" y="6766"/>
                    <a:pt x="4914" y="6337"/>
                  </a:cubicBezTo>
                  <a:cubicBezTo>
                    <a:pt x="4914" y="5424"/>
                    <a:pt x="4618" y="4579"/>
                    <a:pt x="4323" y="3867"/>
                  </a:cubicBezTo>
                  <a:cubicBezTo>
                    <a:pt x="4282" y="3773"/>
                    <a:pt x="4189" y="3706"/>
                    <a:pt x="4081" y="3706"/>
                  </a:cubicBezTo>
                  <a:lnTo>
                    <a:pt x="3450" y="3706"/>
                  </a:lnTo>
                  <a:cubicBezTo>
                    <a:pt x="1826" y="3706"/>
                    <a:pt x="511" y="2390"/>
                    <a:pt x="511" y="779"/>
                  </a:cubicBezTo>
                  <a:lnTo>
                    <a:pt x="511" y="525"/>
                  </a:lnTo>
                  <a:lnTo>
                    <a:pt x="10605" y="525"/>
                  </a:lnTo>
                  <a:cubicBezTo>
                    <a:pt x="10578" y="860"/>
                    <a:pt x="10511" y="1223"/>
                    <a:pt x="10391" y="1612"/>
                  </a:cubicBezTo>
                  <a:cubicBezTo>
                    <a:pt x="10350" y="1746"/>
                    <a:pt x="10430" y="1894"/>
                    <a:pt x="10565" y="1934"/>
                  </a:cubicBezTo>
                  <a:lnTo>
                    <a:pt x="10645" y="1934"/>
                  </a:lnTo>
                  <a:cubicBezTo>
                    <a:pt x="10752" y="1934"/>
                    <a:pt x="10860" y="1867"/>
                    <a:pt x="10887" y="1760"/>
                  </a:cubicBezTo>
                  <a:cubicBezTo>
                    <a:pt x="11021" y="1316"/>
                    <a:pt x="11101" y="914"/>
                    <a:pt x="11115" y="525"/>
                  </a:cubicBezTo>
                  <a:close/>
                  <a:moveTo>
                    <a:pt x="255" y="1"/>
                  </a:moveTo>
                  <a:cubicBezTo>
                    <a:pt x="108" y="1"/>
                    <a:pt x="1" y="122"/>
                    <a:pt x="1" y="256"/>
                  </a:cubicBezTo>
                  <a:lnTo>
                    <a:pt x="1" y="779"/>
                  </a:lnTo>
                  <a:cubicBezTo>
                    <a:pt x="1" y="2673"/>
                    <a:pt x="1544" y="4230"/>
                    <a:pt x="3450" y="4230"/>
                  </a:cubicBezTo>
                  <a:lnTo>
                    <a:pt x="3920" y="4230"/>
                  </a:lnTo>
                  <a:cubicBezTo>
                    <a:pt x="4175" y="4874"/>
                    <a:pt x="4404" y="5572"/>
                    <a:pt x="4404" y="6337"/>
                  </a:cubicBezTo>
                  <a:cubicBezTo>
                    <a:pt x="4404" y="7049"/>
                    <a:pt x="4980" y="7626"/>
                    <a:pt x="5692" y="7626"/>
                  </a:cubicBezTo>
                  <a:lnTo>
                    <a:pt x="9491" y="7626"/>
                  </a:lnTo>
                  <a:cubicBezTo>
                    <a:pt x="10203" y="7626"/>
                    <a:pt x="10779" y="7049"/>
                    <a:pt x="10779" y="6337"/>
                  </a:cubicBezTo>
                  <a:cubicBezTo>
                    <a:pt x="10779" y="5317"/>
                    <a:pt x="11196" y="4391"/>
                    <a:pt x="11626" y="3398"/>
                  </a:cubicBezTo>
                  <a:cubicBezTo>
                    <a:pt x="12055" y="2417"/>
                    <a:pt x="12512" y="1397"/>
                    <a:pt x="12512" y="256"/>
                  </a:cubicBezTo>
                  <a:cubicBezTo>
                    <a:pt x="12512" y="122"/>
                    <a:pt x="12390" y="1"/>
                    <a:pt x="12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59"/>
            <p:cNvSpPr/>
            <p:nvPr/>
          </p:nvSpPr>
          <p:spPr>
            <a:xfrm>
              <a:off x="7776075" y="1540300"/>
              <a:ext cx="70500" cy="54025"/>
            </a:xfrm>
            <a:custGeom>
              <a:avLst/>
              <a:gdLst/>
              <a:ahLst/>
              <a:cxnLst/>
              <a:rect l="l" t="t" r="r" b="b"/>
              <a:pathLst>
                <a:path w="2820" h="2161" extrusionOk="0">
                  <a:moveTo>
                    <a:pt x="1772" y="523"/>
                  </a:moveTo>
                  <a:cubicBezTo>
                    <a:pt x="1880" y="899"/>
                    <a:pt x="2014" y="1275"/>
                    <a:pt x="2162" y="1624"/>
                  </a:cubicBezTo>
                  <a:cubicBezTo>
                    <a:pt x="1477" y="1557"/>
                    <a:pt x="900" y="1128"/>
                    <a:pt x="632" y="523"/>
                  </a:cubicBezTo>
                  <a:close/>
                  <a:moveTo>
                    <a:pt x="269" y="0"/>
                  </a:moveTo>
                  <a:cubicBezTo>
                    <a:pt x="188" y="0"/>
                    <a:pt x="108" y="40"/>
                    <a:pt x="68" y="93"/>
                  </a:cubicBezTo>
                  <a:cubicBezTo>
                    <a:pt x="14" y="161"/>
                    <a:pt x="0" y="242"/>
                    <a:pt x="14" y="322"/>
                  </a:cubicBezTo>
                  <a:cubicBezTo>
                    <a:pt x="283" y="1396"/>
                    <a:pt x="1249" y="2161"/>
                    <a:pt x="2363" y="2161"/>
                  </a:cubicBezTo>
                  <a:lnTo>
                    <a:pt x="2551" y="2161"/>
                  </a:lnTo>
                  <a:cubicBezTo>
                    <a:pt x="2645" y="2161"/>
                    <a:pt x="2726" y="2107"/>
                    <a:pt x="2766" y="2040"/>
                  </a:cubicBezTo>
                  <a:cubicBezTo>
                    <a:pt x="2819" y="1960"/>
                    <a:pt x="2819" y="1879"/>
                    <a:pt x="2792" y="1799"/>
                  </a:cubicBezTo>
                  <a:cubicBezTo>
                    <a:pt x="2578" y="1289"/>
                    <a:pt x="2350" y="752"/>
                    <a:pt x="2229" y="201"/>
                  </a:cubicBezTo>
                  <a:cubicBezTo>
                    <a:pt x="2202" y="81"/>
                    <a:pt x="2094" y="0"/>
                    <a:pt x="19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59"/>
            <p:cNvSpPr/>
            <p:nvPr/>
          </p:nvSpPr>
          <p:spPr>
            <a:xfrm>
              <a:off x="7971075" y="1575875"/>
              <a:ext cx="41625" cy="94975"/>
            </a:xfrm>
            <a:custGeom>
              <a:avLst/>
              <a:gdLst/>
              <a:ahLst/>
              <a:cxnLst/>
              <a:rect l="l" t="t" r="r" b="b"/>
              <a:pathLst>
                <a:path w="1665" h="3799" extrusionOk="0">
                  <a:moveTo>
                    <a:pt x="1365" y="0"/>
                  </a:moveTo>
                  <a:cubicBezTo>
                    <a:pt x="1264" y="0"/>
                    <a:pt x="1167" y="63"/>
                    <a:pt x="1128" y="161"/>
                  </a:cubicBezTo>
                  <a:cubicBezTo>
                    <a:pt x="1047" y="349"/>
                    <a:pt x="967" y="550"/>
                    <a:pt x="886" y="738"/>
                  </a:cubicBezTo>
                  <a:cubicBezTo>
                    <a:pt x="496" y="1611"/>
                    <a:pt x="94" y="2524"/>
                    <a:pt x="13" y="3517"/>
                  </a:cubicBezTo>
                  <a:cubicBezTo>
                    <a:pt x="0" y="3651"/>
                    <a:pt x="107" y="3785"/>
                    <a:pt x="255" y="3785"/>
                  </a:cubicBezTo>
                  <a:cubicBezTo>
                    <a:pt x="255" y="3798"/>
                    <a:pt x="269" y="3798"/>
                    <a:pt x="269" y="3798"/>
                  </a:cubicBezTo>
                  <a:cubicBezTo>
                    <a:pt x="403" y="3798"/>
                    <a:pt x="523" y="3691"/>
                    <a:pt x="523" y="3557"/>
                  </a:cubicBezTo>
                  <a:cubicBezTo>
                    <a:pt x="604" y="2658"/>
                    <a:pt x="967" y="1826"/>
                    <a:pt x="1355" y="940"/>
                  </a:cubicBezTo>
                  <a:cubicBezTo>
                    <a:pt x="1436" y="752"/>
                    <a:pt x="1530" y="550"/>
                    <a:pt x="1611" y="362"/>
                  </a:cubicBezTo>
                  <a:cubicBezTo>
                    <a:pt x="1665" y="228"/>
                    <a:pt x="1597" y="80"/>
                    <a:pt x="1477" y="27"/>
                  </a:cubicBezTo>
                  <a:cubicBezTo>
                    <a:pt x="1441" y="9"/>
                    <a:pt x="1403" y="0"/>
                    <a:pt x="13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9"/>
            <p:cNvSpPr/>
            <p:nvPr/>
          </p:nvSpPr>
          <p:spPr>
            <a:xfrm>
              <a:off x="7901925" y="1389600"/>
              <a:ext cx="21500" cy="111775"/>
            </a:xfrm>
            <a:custGeom>
              <a:avLst/>
              <a:gdLst/>
              <a:ahLst/>
              <a:cxnLst/>
              <a:rect l="l" t="t" r="r" b="b"/>
              <a:pathLst>
                <a:path w="860" h="4471" extrusionOk="0">
                  <a:moveTo>
                    <a:pt x="604" y="0"/>
                  </a:moveTo>
                  <a:cubicBezTo>
                    <a:pt x="457" y="0"/>
                    <a:pt x="350" y="108"/>
                    <a:pt x="350" y="256"/>
                  </a:cubicBezTo>
                  <a:cubicBezTo>
                    <a:pt x="350" y="524"/>
                    <a:pt x="282" y="645"/>
                    <a:pt x="202" y="793"/>
                  </a:cubicBezTo>
                  <a:cubicBezTo>
                    <a:pt x="108" y="981"/>
                    <a:pt x="1" y="1181"/>
                    <a:pt x="1" y="1571"/>
                  </a:cubicBezTo>
                  <a:cubicBezTo>
                    <a:pt x="1" y="1974"/>
                    <a:pt x="108" y="2175"/>
                    <a:pt x="202" y="2350"/>
                  </a:cubicBezTo>
                  <a:cubicBezTo>
                    <a:pt x="282" y="2511"/>
                    <a:pt x="350" y="2631"/>
                    <a:pt x="350" y="2900"/>
                  </a:cubicBezTo>
                  <a:cubicBezTo>
                    <a:pt x="350" y="3168"/>
                    <a:pt x="282" y="3290"/>
                    <a:pt x="202" y="3437"/>
                  </a:cubicBezTo>
                  <a:cubicBezTo>
                    <a:pt x="108" y="3625"/>
                    <a:pt x="1" y="3827"/>
                    <a:pt x="1" y="4215"/>
                  </a:cubicBezTo>
                  <a:cubicBezTo>
                    <a:pt x="1" y="4363"/>
                    <a:pt x="108" y="4471"/>
                    <a:pt x="255" y="4471"/>
                  </a:cubicBezTo>
                  <a:cubicBezTo>
                    <a:pt x="404" y="4471"/>
                    <a:pt x="511" y="4363"/>
                    <a:pt x="511" y="4215"/>
                  </a:cubicBezTo>
                  <a:cubicBezTo>
                    <a:pt x="511" y="3947"/>
                    <a:pt x="577" y="3827"/>
                    <a:pt x="658" y="3678"/>
                  </a:cubicBezTo>
                  <a:cubicBezTo>
                    <a:pt x="753" y="3490"/>
                    <a:pt x="860" y="3290"/>
                    <a:pt x="860" y="2900"/>
                  </a:cubicBezTo>
                  <a:cubicBezTo>
                    <a:pt x="860" y="2497"/>
                    <a:pt x="753" y="2296"/>
                    <a:pt x="658" y="2121"/>
                  </a:cubicBezTo>
                  <a:cubicBezTo>
                    <a:pt x="577" y="1960"/>
                    <a:pt x="511" y="1840"/>
                    <a:pt x="511" y="1571"/>
                  </a:cubicBezTo>
                  <a:cubicBezTo>
                    <a:pt x="511" y="1303"/>
                    <a:pt x="577" y="1181"/>
                    <a:pt x="658" y="1034"/>
                  </a:cubicBezTo>
                  <a:cubicBezTo>
                    <a:pt x="753" y="846"/>
                    <a:pt x="860" y="645"/>
                    <a:pt x="860" y="256"/>
                  </a:cubicBezTo>
                  <a:cubicBezTo>
                    <a:pt x="860" y="108"/>
                    <a:pt x="739" y="0"/>
                    <a:pt x="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9"/>
            <p:cNvSpPr/>
            <p:nvPr/>
          </p:nvSpPr>
          <p:spPr>
            <a:xfrm>
              <a:off x="7953625" y="1389600"/>
              <a:ext cx="21500" cy="111775"/>
            </a:xfrm>
            <a:custGeom>
              <a:avLst/>
              <a:gdLst/>
              <a:ahLst/>
              <a:cxnLst/>
              <a:rect l="l" t="t" r="r" b="b"/>
              <a:pathLst>
                <a:path w="860" h="4471" extrusionOk="0">
                  <a:moveTo>
                    <a:pt x="604" y="0"/>
                  </a:moveTo>
                  <a:cubicBezTo>
                    <a:pt x="456" y="0"/>
                    <a:pt x="349" y="108"/>
                    <a:pt x="349" y="256"/>
                  </a:cubicBezTo>
                  <a:cubicBezTo>
                    <a:pt x="349" y="524"/>
                    <a:pt x="281" y="645"/>
                    <a:pt x="201" y="793"/>
                  </a:cubicBezTo>
                  <a:cubicBezTo>
                    <a:pt x="107" y="981"/>
                    <a:pt x="0" y="1181"/>
                    <a:pt x="0" y="1571"/>
                  </a:cubicBezTo>
                  <a:cubicBezTo>
                    <a:pt x="0" y="1974"/>
                    <a:pt x="107" y="2175"/>
                    <a:pt x="201" y="2350"/>
                  </a:cubicBezTo>
                  <a:cubicBezTo>
                    <a:pt x="281" y="2511"/>
                    <a:pt x="349" y="2631"/>
                    <a:pt x="349" y="2900"/>
                  </a:cubicBezTo>
                  <a:cubicBezTo>
                    <a:pt x="349" y="3168"/>
                    <a:pt x="281" y="3290"/>
                    <a:pt x="201" y="3437"/>
                  </a:cubicBezTo>
                  <a:cubicBezTo>
                    <a:pt x="107" y="3625"/>
                    <a:pt x="0" y="3827"/>
                    <a:pt x="0" y="4215"/>
                  </a:cubicBezTo>
                  <a:cubicBezTo>
                    <a:pt x="0" y="4363"/>
                    <a:pt x="120" y="4471"/>
                    <a:pt x="255" y="4471"/>
                  </a:cubicBezTo>
                  <a:cubicBezTo>
                    <a:pt x="403" y="4471"/>
                    <a:pt x="523" y="4363"/>
                    <a:pt x="523" y="4215"/>
                  </a:cubicBezTo>
                  <a:cubicBezTo>
                    <a:pt x="523" y="3947"/>
                    <a:pt x="577" y="3827"/>
                    <a:pt x="657" y="3678"/>
                  </a:cubicBezTo>
                  <a:cubicBezTo>
                    <a:pt x="752" y="3490"/>
                    <a:pt x="859" y="3290"/>
                    <a:pt x="859" y="2900"/>
                  </a:cubicBezTo>
                  <a:cubicBezTo>
                    <a:pt x="859" y="2497"/>
                    <a:pt x="752" y="2296"/>
                    <a:pt x="657" y="2121"/>
                  </a:cubicBezTo>
                  <a:cubicBezTo>
                    <a:pt x="577" y="1960"/>
                    <a:pt x="523" y="1840"/>
                    <a:pt x="523" y="1571"/>
                  </a:cubicBezTo>
                  <a:cubicBezTo>
                    <a:pt x="523" y="1303"/>
                    <a:pt x="577" y="1181"/>
                    <a:pt x="657" y="1034"/>
                  </a:cubicBezTo>
                  <a:cubicBezTo>
                    <a:pt x="752" y="846"/>
                    <a:pt x="859" y="645"/>
                    <a:pt x="859" y="256"/>
                  </a:cubicBezTo>
                  <a:cubicBezTo>
                    <a:pt x="859" y="108"/>
                    <a:pt x="752" y="0"/>
                    <a:pt x="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 name="Google Shape;626;p59"/>
          <p:cNvGrpSpPr/>
          <p:nvPr/>
        </p:nvGrpSpPr>
        <p:grpSpPr>
          <a:xfrm>
            <a:off x="6564033" y="1092020"/>
            <a:ext cx="353068" cy="435295"/>
            <a:chOff x="7041125" y="1376525"/>
            <a:chExt cx="322525" cy="397675"/>
          </a:xfrm>
        </p:grpSpPr>
        <p:sp>
          <p:nvSpPr>
            <p:cNvPr id="627" name="Google Shape;627;p59"/>
            <p:cNvSpPr/>
            <p:nvPr/>
          </p:nvSpPr>
          <p:spPr>
            <a:xfrm>
              <a:off x="7204225" y="1376525"/>
              <a:ext cx="21500" cy="78875"/>
            </a:xfrm>
            <a:custGeom>
              <a:avLst/>
              <a:gdLst/>
              <a:ahLst/>
              <a:cxnLst/>
              <a:rect l="l" t="t" r="r" b="b"/>
              <a:pathLst>
                <a:path w="860" h="3155" extrusionOk="0">
                  <a:moveTo>
                    <a:pt x="256" y="0"/>
                  </a:moveTo>
                  <a:cubicBezTo>
                    <a:pt x="108" y="0"/>
                    <a:pt x="0" y="108"/>
                    <a:pt x="0" y="255"/>
                  </a:cubicBezTo>
                  <a:cubicBezTo>
                    <a:pt x="0" y="645"/>
                    <a:pt x="108" y="859"/>
                    <a:pt x="202" y="1033"/>
                  </a:cubicBezTo>
                  <a:cubicBezTo>
                    <a:pt x="283" y="1194"/>
                    <a:pt x="336" y="1316"/>
                    <a:pt x="336" y="1584"/>
                  </a:cubicBezTo>
                  <a:cubicBezTo>
                    <a:pt x="336" y="1839"/>
                    <a:pt x="283" y="1960"/>
                    <a:pt x="202" y="2121"/>
                  </a:cubicBezTo>
                  <a:cubicBezTo>
                    <a:pt x="108" y="2295"/>
                    <a:pt x="0" y="2510"/>
                    <a:pt x="0" y="2900"/>
                  </a:cubicBezTo>
                  <a:cubicBezTo>
                    <a:pt x="0" y="3047"/>
                    <a:pt x="108" y="3154"/>
                    <a:pt x="256" y="3154"/>
                  </a:cubicBezTo>
                  <a:cubicBezTo>
                    <a:pt x="390" y="3154"/>
                    <a:pt x="510" y="3047"/>
                    <a:pt x="510" y="2900"/>
                  </a:cubicBezTo>
                  <a:cubicBezTo>
                    <a:pt x="510" y="2631"/>
                    <a:pt x="578" y="2510"/>
                    <a:pt x="658" y="2363"/>
                  </a:cubicBezTo>
                  <a:cubicBezTo>
                    <a:pt x="752" y="2175"/>
                    <a:pt x="859" y="1973"/>
                    <a:pt x="859" y="1584"/>
                  </a:cubicBezTo>
                  <a:cubicBezTo>
                    <a:pt x="859" y="1181"/>
                    <a:pt x="752" y="980"/>
                    <a:pt x="658" y="792"/>
                  </a:cubicBezTo>
                  <a:cubicBezTo>
                    <a:pt x="578" y="645"/>
                    <a:pt x="510" y="523"/>
                    <a:pt x="510" y="255"/>
                  </a:cubicBezTo>
                  <a:cubicBezTo>
                    <a:pt x="510" y="108"/>
                    <a:pt x="390" y="0"/>
                    <a:pt x="2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9"/>
            <p:cNvSpPr/>
            <p:nvPr/>
          </p:nvSpPr>
          <p:spPr>
            <a:xfrm>
              <a:off x="7255900" y="1376525"/>
              <a:ext cx="21500" cy="78875"/>
            </a:xfrm>
            <a:custGeom>
              <a:avLst/>
              <a:gdLst/>
              <a:ahLst/>
              <a:cxnLst/>
              <a:rect l="l" t="t" r="r" b="b"/>
              <a:pathLst>
                <a:path w="860" h="3155" extrusionOk="0">
                  <a:moveTo>
                    <a:pt x="256" y="0"/>
                  </a:moveTo>
                  <a:cubicBezTo>
                    <a:pt x="108" y="0"/>
                    <a:pt x="0" y="108"/>
                    <a:pt x="0" y="255"/>
                  </a:cubicBezTo>
                  <a:cubicBezTo>
                    <a:pt x="0" y="645"/>
                    <a:pt x="108" y="859"/>
                    <a:pt x="202" y="1033"/>
                  </a:cubicBezTo>
                  <a:cubicBezTo>
                    <a:pt x="283" y="1194"/>
                    <a:pt x="337" y="1316"/>
                    <a:pt x="337" y="1584"/>
                  </a:cubicBezTo>
                  <a:cubicBezTo>
                    <a:pt x="337" y="1839"/>
                    <a:pt x="283" y="1960"/>
                    <a:pt x="202" y="2121"/>
                  </a:cubicBezTo>
                  <a:cubicBezTo>
                    <a:pt x="108" y="2295"/>
                    <a:pt x="0" y="2510"/>
                    <a:pt x="0" y="2900"/>
                  </a:cubicBezTo>
                  <a:cubicBezTo>
                    <a:pt x="0" y="3047"/>
                    <a:pt x="108" y="3154"/>
                    <a:pt x="256" y="3154"/>
                  </a:cubicBezTo>
                  <a:cubicBezTo>
                    <a:pt x="403" y="3154"/>
                    <a:pt x="511" y="3047"/>
                    <a:pt x="511" y="2900"/>
                  </a:cubicBezTo>
                  <a:cubicBezTo>
                    <a:pt x="511" y="2631"/>
                    <a:pt x="578" y="2510"/>
                    <a:pt x="659" y="2363"/>
                  </a:cubicBezTo>
                  <a:cubicBezTo>
                    <a:pt x="752" y="2175"/>
                    <a:pt x="860" y="1973"/>
                    <a:pt x="860" y="1584"/>
                  </a:cubicBezTo>
                  <a:cubicBezTo>
                    <a:pt x="860" y="1181"/>
                    <a:pt x="752" y="980"/>
                    <a:pt x="659" y="792"/>
                  </a:cubicBezTo>
                  <a:cubicBezTo>
                    <a:pt x="578" y="645"/>
                    <a:pt x="511" y="523"/>
                    <a:pt x="511" y="255"/>
                  </a:cubicBezTo>
                  <a:cubicBezTo>
                    <a:pt x="511" y="108"/>
                    <a:pt x="403" y="0"/>
                    <a:pt x="2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9"/>
            <p:cNvSpPr/>
            <p:nvPr/>
          </p:nvSpPr>
          <p:spPr>
            <a:xfrm>
              <a:off x="7041125" y="1468475"/>
              <a:ext cx="322525" cy="305725"/>
            </a:xfrm>
            <a:custGeom>
              <a:avLst/>
              <a:gdLst/>
              <a:ahLst/>
              <a:cxnLst/>
              <a:rect l="l" t="t" r="r" b="b"/>
              <a:pathLst>
                <a:path w="12901" h="12229" extrusionOk="0">
                  <a:moveTo>
                    <a:pt x="12350" y="510"/>
                  </a:moveTo>
                  <a:lnTo>
                    <a:pt x="11518" y="10054"/>
                  </a:lnTo>
                  <a:cubicBezTo>
                    <a:pt x="11437" y="10967"/>
                    <a:pt x="10619" y="11706"/>
                    <a:pt x="9706" y="11706"/>
                  </a:cubicBezTo>
                  <a:lnTo>
                    <a:pt x="6256" y="11706"/>
                  </a:lnTo>
                  <a:cubicBezTo>
                    <a:pt x="5343" y="11706"/>
                    <a:pt x="4537" y="10967"/>
                    <a:pt x="4457" y="10054"/>
                  </a:cubicBezTo>
                  <a:cubicBezTo>
                    <a:pt x="4444" y="9920"/>
                    <a:pt x="4337" y="9827"/>
                    <a:pt x="4202" y="9827"/>
                  </a:cubicBezTo>
                  <a:lnTo>
                    <a:pt x="3329" y="9827"/>
                  </a:lnTo>
                  <a:cubicBezTo>
                    <a:pt x="2565" y="9827"/>
                    <a:pt x="1840" y="9397"/>
                    <a:pt x="1316" y="8631"/>
                  </a:cubicBezTo>
                  <a:cubicBezTo>
                    <a:pt x="793" y="7880"/>
                    <a:pt x="510" y="6900"/>
                    <a:pt x="510" y="5853"/>
                  </a:cubicBezTo>
                  <a:cubicBezTo>
                    <a:pt x="510" y="4819"/>
                    <a:pt x="793" y="3840"/>
                    <a:pt x="1316" y="3088"/>
                  </a:cubicBezTo>
                  <a:cubicBezTo>
                    <a:pt x="1840" y="2322"/>
                    <a:pt x="2565" y="1893"/>
                    <a:pt x="3329" y="1893"/>
                  </a:cubicBezTo>
                  <a:lnTo>
                    <a:pt x="3451" y="1893"/>
                  </a:lnTo>
                  <a:cubicBezTo>
                    <a:pt x="3517" y="1893"/>
                    <a:pt x="3598" y="1866"/>
                    <a:pt x="3639" y="1812"/>
                  </a:cubicBezTo>
                  <a:cubicBezTo>
                    <a:pt x="3692" y="1758"/>
                    <a:pt x="3719" y="1678"/>
                    <a:pt x="3705" y="1611"/>
                  </a:cubicBezTo>
                  <a:lnTo>
                    <a:pt x="3612" y="510"/>
                  </a:lnTo>
                  <a:close/>
                  <a:moveTo>
                    <a:pt x="3276" y="0"/>
                  </a:moveTo>
                  <a:cubicBezTo>
                    <a:pt x="3263" y="0"/>
                    <a:pt x="3263" y="13"/>
                    <a:pt x="3249" y="13"/>
                  </a:cubicBezTo>
                  <a:lnTo>
                    <a:pt x="3222" y="13"/>
                  </a:lnTo>
                  <a:lnTo>
                    <a:pt x="3222" y="27"/>
                  </a:lnTo>
                  <a:lnTo>
                    <a:pt x="3209" y="27"/>
                  </a:lnTo>
                  <a:cubicBezTo>
                    <a:pt x="3195" y="27"/>
                    <a:pt x="3195" y="27"/>
                    <a:pt x="3195" y="40"/>
                  </a:cubicBezTo>
                  <a:lnTo>
                    <a:pt x="3182" y="40"/>
                  </a:lnTo>
                  <a:cubicBezTo>
                    <a:pt x="3182" y="40"/>
                    <a:pt x="3182" y="54"/>
                    <a:pt x="3168" y="54"/>
                  </a:cubicBezTo>
                  <a:lnTo>
                    <a:pt x="3155" y="54"/>
                  </a:lnTo>
                  <a:lnTo>
                    <a:pt x="3155" y="67"/>
                  </a:lnTo>
                  <a:lnTo>
                    <a:pt x="3141" y="81"/>
                  </a:lnTo>
                  <a:lnTo>
                    <a:pt x="3128" y="94"/>
                  </a:lnTo>
                  <a:lnTo>
                    <a:pt x="3114" y="108"/>
                  </a:lnTo>
                  <a:lnTo>
                    <a:pt x="3114" y="121"/>
                  </a:lnTo>
                  <a:cubicBezTo>
                    <a:pt x="3114" y="121"/>
                    <a:pt x="3102" y="121"/>
                    <a:pt x="3102" y="135"/>
                  </a:cubicBezTo>
                  <a:lnTo>
                    <a:pt x="3102" y="147"/>
                  </a:lnTo>
                  <a:lnTo>
                    <a:pt x="3088" y="147"/>
                  </a:lnTo>
                  <a:lnTo>
                    <a:pt x="3088" y="161"/>
                  </a:lnTo>
                  <a:lnTo>
                    <a:pt x="3088" y="174"/>
                  </a:lnTo>
                  <a:lnTo>
                    <a:pt x="3075" y="188"/>
                  </a:lnTo>
                  <a:lnTo>
                    <a:pt x="3075" y="201"/>
                  </a:lnTo>
                  <a:lnTo>
                    <a:pt x="3075" y="215"/>
                  </a:lnTo>
                  <a:lnTo>
                    <a:pt x="3075" y="228"/>
                  </a:lnTo>
                  <a:lnTo>
                    <a:pt x="3075" y="242"/>
                  </a:lnTo>
                  <a:lnTo>
                    <a:pt x="3075" y="255"/>
                  </a:lnTo>
                  <a:lnTo>
                    <a:pt x="3075" y="269"/>
                  </a:lnTo>
                  <a:lnTo>
                    <a:pt x="3075" y="282"/>
                  </a:lnTo>
                  <a:lnTo>
                    <a:pt x="3168" y="1382"/>
                  </a:lnTo>
                  <a:cubicBezTo>
                    <a:pt x="2282" y="1436"/>
                    <a:pt x="1477" y="1933"/>
                    <a:pt x="886" y="2792"/>
                  </a:cubicBezTo>
                  <a:cubicBezTo>
                    <a:pt x="309" y="3625"/>
                    <a:pt x="0" y="4712"/>
                    <a:pt x="0" y="5853"/>
                  </a:cubicBezTo>
                  <a:cubicBezTo>
                    <a:pt x="0" y="7008"/>
                    <a:pt x="309" y="8094"/>
                    <a:pt x="886" y="8914"/>
                  </a:cubicBezTo>
                  <a:cubicBezTo>
                    <a:pt x="1518" y="9839"/>
                    <a:pt x="2390" y="10337"/>
                    <a:pt x="3329" y="10337"/>
                  </a:cubicBezTo>
                  <a:lnTo>
                    <a:pt x="3974" y="10337"/>
                  </a:lnTo>
                  <a:cubicBezTo>
                    <a:pt x="4188" y="11397"/>
                    <a:pt x="5169" y="12229"/>
                    <a:pt x="6256" y="12229"/>
                  </a:cubicBezTo>
                  <a:lnTo>
                    <a:pt x="9706" y="12229"/>
                  </a:lnTo>
                  <a:cubicBezTo>
                    <a:pt x="10887" y="12229"/>
                    <a:pt x="11921" y="11276"/>
                    <a:pt x="12028" y="10108"/>
                  </a:cubicBezTo>
                  <a:lnTo>
                    <a:pt x="12901" y="282"/>
                  </a:lnTo>
                  <a:lnTo>
                    <a:pt x="12901" y="269"/>
                  </a:lnTo>
                  <a:lnTo>
                    <a:pt x="12901" y="255"/>
                  </a:lnTo>
                  <a:lnTo>
                    <a:pt x="12901" y="242"/>
                  </a:lnTo>
                  <a:lnTo>
                    <a:pt x="12901" y="228"/>
                  </a:lnTo>
                  <a:lnTo>
                    <a:pt x="12901" y="215"/>
                  </a:lnTo>
                  <a:cubicBezTo>
                    <a:pt x="12887" y="215"/>
                    <a:pt x="12887" y="201"/>
                    <a:pt x="12887" y="201"/>
                  </a:cubicBezTo>
                  <a:lnTo>
                    <a:pt x="12887" y="188"/>
                  </a:lnTo>
                  <a:lnTo>
                    <a:pt x="12887" y="174"/>
                  </a:lnTo>
                  <a:lnTo>
                    <a:pt x="12887" y="161"/>
                  </a:lnTo>
                  <a:cubicBezTo>
                    <a:pt x="12874" y="161"/>
                    <a:pt x="12874" y="161"/>
                    <a:pt x="12874" y="147"/>
                  </a:cubicBezTo>
                  <a:cubicBezTo>
                    <a:pt x="12874" y="135"/>
                    <a:pt x="12860" y="135"/>
                    <a:pt x="12860" y="135"/>
                  </a:cubicBezTo>
                  <a:lnTo>
                    <a:pt x="12860" y="121"/>
                  </a:lnTo>
                  <a:lnTo>
                    <a:pt x="12847" y="108"/>
                  </a:lnTo>
                  <a:lnTo>
                    <a:pt x="12847" y="94"/>
                  </a:lnTo>
                  <a:cubicBezTo>
                    <a:pt x="12833" y="94"/>
                    <a:pt x="12833" y="94"/>
                    <a:pt x="12833" y="81"/>
                  </a:cubicBezTo>
                  <a:lnTo>
                    <a:pt x="12820" y="81"/>
                  </a:lnTo>
                  <a:lnTo>
                    <a:pt x="12820" y="67"/>
                  </a:lnTo>
                  <a:cubicBezTo>
                    <a:pt x="12806" y="67"/>
                    <a:pt x="12806" y="67"/>
                    <a:pt x="12806" y="54"/>
                  </a:cubicBezTo>
                  <a:lnTo>
                    <a:pt x="12794" y="54"/>
                  </a:lnTo>
                  <a:lnTo>
                    <a:pt x="12794" y="40"/>
                  </a:lnTo>
                  <a:lnTo>
                    <a:pt x="12767" y="40"/>
                  </a:lnTo>
                  <a:lnTo>
                    <a:pt x="12767" y="27"/>
                  </a:lnTo>
                  <a:lnTo>
                    <a:pt x="12753" y="27"/>
                  </a:lnTo>
                  <a:cubicBezTo>
                    <a:pt x="12740" y="27"/>
                    <a:pt x="12740" y="13"/>
                    <a:pt x="12740" y="13"/>
                  </a:cubicBezTo>
                  <a:lnTo>
                    <a:pt x="12713" y="13"/>
                  </a:lnTo>
                  <a:lnTo>
                    <a:pt x="126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9"/>
            <p:cNvSpPr/>
            <p:nvPr/>
          </p:nvSpPr>
          <p:spPr>
            <a:xfrm>
              <a:off x="7066975" y="1528875"/>
              <a:ext cx="83250" cy="172175"/>
            </a:xfrm>
            <a:custGeom>
              <a:avLst/>
              <a:gdLst/>
              <a:ahLst/>
              <a:cxnLst/>
              <a:rect l="l" t="t" r="r" b="b"/>
              <a:pathLst>
                <a:path w="3330" h="6887" extrusionOk="0">
                  <a:moveTo>
                    <a:pt x="2268" y="511"/>
                  </a:moveTo>
                  <a:lnTo>
                    <a:pt x="2792" y="6376"/>
                  </a:lnTo>
                  <a:lnTo>
                    <a:pt x="2295" y="6376"/>
                  </a:lnTo>
                  <a:cubicBezTo>
                    <a:pt x="1880" y="6376"/>
                    <a:pt x="1463" y="6108"/>
                    <a:pt x="1128" y="5625"/>
                  </a:cubicBezTo>
                  <a:cubicBezTo>
                    <a:pt x="738" y="5048"/>
                    <a:pt x="523" y="4282"/>
                    <a:pt x="523" y="3437"/>
                  </a:cubicBezTo>
                  <a:cubicBezTo>
                    <a:pt x="523" y="2605"/>
                    <a:pt x="738" y="1839"/>
                    <a:pt x="1128" y="1262"/>
                  </a:cubicBezTo>
                  <a:cubicBezTo>
                    <a:pt x="1450" y="792"/>
                    <a:pt x="1866" y="524"/>
                    <a:pt x="2268" y="511"/>
                  </a:cubicBezTo>
                  <a:close/>
                  <a:moveTo>
                    <a:pt x="2295" y="1"/>
                  </a:moveTo>
                  <a:cubicBezTo>
                    <a:pt x="1705" y="1"/>
                    <a:pt x="1141" y="336"/>
                    <a:pt x="698" y="967"/>
                  </a:cubicBezTo>
                  <a:cubicBezTo>
                    <a:pt x="255" y="1624"/>
                    <a:pt x="0" y="2510"/>
                    <a:pt x="0" y="3437"/>
                  </a:cubicBezTo>
                  <a:cubicBezTo>
                    <a:pt x="0" y="4377"/>
                    <a:pt x="255" y="5263"/>
                    <a:pt x="698" y="5920"/>
                  </a:cubicBezTo>
                  <a:cubicBezTo>
                    <a:pt x="1141" y="6551"/>
                    <a:pt x="1705" y="6886"/>
                    <a:pt x="2295" y="6886"/>
                  </a:cubicBezTo>
                  <a:lnTo>
                    <a:pt x="3074" y="6886"/>
                  </a:lnTo>
                  <a:cubicBezTo>
                    <a:pt x="3142" y="6886"/>
                    <a:pt x="3208" y="6860"/>
                    <a:pt x="3262" y="6806"/>
                  </a:cubicBezTo>
                  <a:cubicBezTo>
                    <a:pt x="3315" y="6752"/>
                    <a:pt x="3329" y="6686"/>
                    <a:pt x="3329" y="6605"/>
                  </a:cubicBezTo>
                  <a:lnTo>
                    <a:pt x="2766" y="228"/>
                  </a:lnTo>
                  <a:cubicBezTo>
                    <a:pt x="2752" y="94"/>
                    <a:pt x="2644" y="1"/>
                    <a:pt x="25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9"/>
            <p:cNvSpPr/>
            <p:nvPr/>
          </p:nvSpPr>
          <p:spPr>
            <a:xfrm>
              <a:off x="7151200" y="1554700"/>
              <a:ext cx="178900" cy="193675"/>
            </a:xfrm>
            <a:custGeom>
              <a:avLst/>
              <a:gdLst/>
              <a:ahLst/>
              <a:cxnLst/>
              <a:rect l="l" t="t" r="r" b="b"/>
              <a:pathLst>
                <a:path w="7156" h="7747" extrusionOk="0">
                  <a:moveTo>
                    <a:pt x="269" y="1"/>
                  </a:moveTo>
                  <a:cubicBezTo>
                    <a:pt x="202" y="1"/>
                    <a:pt x="122" y="28"/>
                    <a:pt x="81" y="81"/>
                  </a:cubicBezTo>
                  <a:cubicBezTo>
                    <a:pt x="27" y="135"/>
                    <a:pt x="0" y="203"/>
                    <a:pt x="14" y="283"/>
                  </a:cubicBezTo>
                  <a:lnTo>
                    <a:pt x="564" y="6565"/>
                  </a:lnTo>
                  <a:cubicBezTo>
                    <a:pt x="618" y="7210"/>
                    <a:pt x="1208" y="7747"/>
                    <a:pt x="1853" y="7747"/>
                  </a:cubicBezTo>
                  <a:lnTo>
                    <a:pt x="5303" y="7747"/>
                  </a:lnTo>
                  <a:cubicBezTo>
                    <a:pt x="5947" y="7747"/>
                    <a:pt x="6538" y="7210"/>
                    <a:pt x="6592" y="6565"/>
                  </a:cubicBezTo>
                  <a:lnTo>
                    <a:pt x="6833" y="3934"/>
                  </a:lnTo>
                  <a:cubicBezTo>
                    <a:pt x="6846" y="3800"/>
                    <a:pt x="6739" y="3666"/>
                    <a:pt x="6592" y="3652"/>
                  </a:cubicBezTo>
                  <a:cubicBezTo>
                    <a:pt x="6584" y="3651"/>
                    <a:pt x="6577" y="3651"/>
                    <a:pt x="6570" y="3651"/>
                  </a:cubicBezTo>
                  <a:cubicBezTo>
                    <a:pt x="6443" y="3651"/>
                    <a:pt x="6323" y="3754"/>
                    <a:pt x="6309" y="3894"/>
                  </a:cubicBezTo>
                  <a:lnTo>
                    <a:pt x="6082" y="6525"/>
                  </a:lnTo>
                  <a:cubicBezTo>
                    <a:pt x="6041" y="6888"/>
                    <a:pt x="5679" y="7223"/>
                    <a:pt x="5303" y="7223"/>
                  </a:cubicBezTo>
                  <a:lnTo>
                    <a:pt x="1853" y="7223"/>
                  </a:lnTo>
                  <a:cubicBezTo>
                    <a:pt x="1491" y="7223"/>
                    <a:pt x="1115" y="6888"/>
                    <a:pt x="1088" y="6525"/>
                  </a:cubicBezTo>
                  <a:lnTo>
                    <a:pt x="551" y="538"/>
                  </a:lnTo>
                  <a:lnTo>
                    <a:pt x="551" y="538"/>
                  </a:lnTo>
                  <a:cubicBezTo>
                    <a:pt x="739" y="552"/>
                    <a:pt x="859" y="605"/>
                    <a:pt x="994" y="672"/>
                  </a:cubicBezTo>
                  <a:cubicBezTo>
                    <a:pt x="1208" y="752"/>
                    <a:pt x="1464" y="860"/>
                    <a:pt x="1920" y="860"/>
                  </a:cubicBezTo>
                  <a:cubicBezTo>
                    <a:pt x="2390" y="860"/>
                    <a:pt x="2631" y="752"/>
                    <a:pt x="2846" y="672"/>
                  </a:cubicBezTo>
                  <a:cubicBezTo>
                    <a:pt x="3048" y="578"/>
                    <a:pt x="3222" y="511"/>
                    <a:pt x="3585" y="511"/>
                  </a:cubicBezTo>
                  <a:cubicBezTo>
                    <a:pt x="3947" y="511"/>
                    <a:pt x="4108" y="578"/>
                    <a:pt x="4310" y="672"/>
                  </a:cubicBezTo>
                  <a:cubicBezTo>
                    <a:pt x="4525" y="752"/>
                    <a:pt x="4766" y="860"/>
                    <a:pt x="5235" y="860"/>
                  </a:cubicBezTo>
                  <a:cubicBezTo>
                    <a:pt x="5706" y="860"/>
                    <a:pt x="5947" y="752"/>
                    <a:pt x="6162" y="672"/>
                  </a:cubicBezTo>
                  <a:cubicBezTo>
                    <a:pt x="6296" y="605"/>
                    <a:pt x="6431" y="552"/>
                    <a:pt x="6605" y="538"/>
                  </a:cubicBezTo>
                  <a:lnTo>
                    <a:pt x="6605" y="538"/>
                  </a:lnTo>
                  <a:lnTo>
                    <a:pt x="6404" y="2860"/>
                  </a:lnTo>
                  <a:cubicBezTo>
                    <a:pt x="6390" y="3008"/>
                    <a:pt x="6497" y="3129"/>
                    <a:pt x="6632" y="3142"/>
                  </a:cubicBezTo>
                  <a:cubicBezTo>
                    <a:pt x="6640" y="3143"/>
                    <a:pt x="6649" y="3143"/>
                    <a:pt x="6657" y="3143"/>
                  </a:cubicBezTo>
                  <a:cubicBezTo>
                    <a:pt x="6793" y="3143"/>
                    <a:pt x="6901" y="3040"/>
                    <a:pt x="6914" y="2900"/>
                  </a:cubicBezTo>
                  <a:lnTo>
                    <a:pt x="7156" y="283"/>
                  </a:lnTo>
                  <a:cubicBezTo>
                    <a:pt x="7156" y="203"/>
                    <a:pt x="7129" y="135"/>
                    <a:pt x="7088" y="81"/>
                  </a:cubicBezTo>
                  <a:cubicBezTo>
                    <a:pt x="7034" y="28"/>
                    <a:pt x="6968" y="1"/>
                    <a:pt x="6887" y="1"/>
                  </a:cubicBezTo>
                  <a:cubicBezTo>
                    <a:pt x="6431" y="1"/>
                    <a:pt x="6189" y="95"/>
                    <a:pt x="5960" y="189"/>
                  </a:cubicBezTo>
                  <a:cubicBezTo>
                    <a:pt x="5772" y="269"/>
                    <a:pt x="5598" y="337"/>
                    <a:pt x="5235" y="337"/>
                  </a:cubicBezTo>
                  <a:cubicBezTo>
                    <a:pt x="4874" y="337"/>
                    <a:pt x="4699" y="269"/>
                    <a:pt x="4511" y="189"/>
                  </a:cubicBezTo>
                  <a:cubicBezTo>
                    <a:pt x="4296" y="95"/>
                    <a:pt x="4041" y="1"/>
                    <a:pt x="3585" y="1"/>
                  </a:cubicBezTo>
                  <a:cubicBezTo>
                    <a:pt x="3115" y="1"/>
                    <a:pt x="2873" y="95"/>
                    <a:pt x="2658" y="189"/>
                  </a:cubicBezTo>
                  <a:cubicBezTo>
                    <a:pt x="2457" y="269"/>
                    <a:pt x="2282" y="337"/>
                    <a:pt x="1920" y="337"/>
                  </a:cubicBezTo>
                  <a:cubicBezTo>
                    <a:pt x="1557" y="337"/>
                    <a:pt x="1396" y="269"/>
                    <a:pt x="1195" y="189"/>
                  </a:cubicBezTo>
                  <a:cubicBezTo>
                    <a:pt x="981" y="95"/>
                    <a:pt x="739"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split orient="vert"/>
        <p:sndAc>
          <p:stSnd>
            <p:snd r:embed="rId3" name="push.wav"/>
          </p:stSnd>
        </p:sndAc>
      </p:transition>
    </mc:Choice>
    <mc:Fallback xmlns="">
      <p:transition spd="slow">
        <p:split orient="vert"/>
        <p:sndAc>
          <p:stSnd>
            <p:snd r:embed="rId5" name="push.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1"/>
        <p:cNvGrpSpPr/>
        <p:nvPr/>
      </p:nvGrpSpPr>
      <p:grpSpPr>
        <a:xfrm>
          <a:off x="0" y="0"/>
          <a:ext cx="0" cy="0"/>
          <a:chOff x="0" y="0"/>
          <a:chExt cx="0" cy="0"/>
        </a:xfrm>
      </p:grpSpPr>
      <p:sp>
        <p:nvSpPr>
          <p:cNvPr id="742" name="Google Shape;742;p67"/>
          <p:cNvSpPr txBox="1">
            <a:spLocks noGrp="1"/>
          </p:cNvSpPr>
          <p:nvPr>
            <p:ph type="title"/>
          </p:nvPr>
        </p:nvSpPr>
        <p:spPr>
          <a:xfrm>
            <a:off x="720000" y="34725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rgbClr val="823E43"/>
                </a:solidFill>
              </a:rPr>
              <a:t>OBJECTIVE</a:t>
            </a:r>
            <a:endParaRPr dirty="0">
              <a:solidFill>
                <a:srgbClr val="823E43"/>
              </a:solidFill>
            </a:endParaRPr>
          </a:p>
        </p:txBody>
      </p:sp>
      <p:cxnSp>
        <p:nvCxnSpPr>
          <p:cNvPr id="745" name="Google Shape;745;p67"/>
          <p:cNvCxnSpPr/>
          <p:nvPr/>
        </p:nvCxnSpPr>
        <p:spPr>
          <a:xfrm>
            <a:off x="782606" y="891400"/>
            <a:ext cx="2520000" cy="0"/>
          </a:xfrm>
          <a:prstGeom prst="straightConnector1">
            <a:avLst/>
          </a:prstGeom>
          <a:noFill/>
          <a:ln w="19050" cap="flat" cmpd="sng">
            <a:solidFill>
              <a:schemeClr val="dk1"/>
            </a:solidFill>
            <a:prstDash val="solid"/>
            <a:round/>
            <a:headEnd type="none" w="med" len="med"/>
            <a:tailEnd type="none" w="med" len="med"/>
          </a:ln>
        </p:spPr>
      </p:cxnSp>
      <p:grpSp>
        <p:nvGrpSpPr>
          <p:cNvPr id="5" name="Group 4">
            <a:extLst>
              <a:ext uri="{FF2B5EF4-FFF2-40B4-BE49-F238E27FC236}">
                <a16:creationId xmlns:a16="http://schemas.microsoft.com/office/drawing/2014/main" id="{30E6F515-D1BC-123E-102F-4403395FD1F0}"/>
              </a:ext>
            </a:extLst>
          </p:cNvPr>
          <p:cNvGrpSpPr/>
          <p:nvPr/>
        </p:nvGrpSpPr>
        <p:grpSpPr>
          <a:xfrm>
            <a:off x="520332" y="1275750"/>
            <a:ext cx="8103336" cy="2592000"/>
            <a:chOff x="520332" y="1286499"/>
            <a:chExt cx="8103336" cy="2592000"/>
          </a:xfrm>
        </p:grpSpPr>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3425" y="1286499"/>
              <a:ext cx="4610243" cy="2592000"/>
            </a:xfrm>
            <a:prstGeom prst="rect">
              <a:avLst/>
            </a:prstGeom>
          </p:spPr>
        </p:pic>
        <p:sp>
          <p:nvSpPr>
            <p:cNvPr id="4" name="TextBox 3">
              <a:extLst>
                <a:ext uri="{FF2B5EF4-FFF2-40B4-BE49-F238E27FC236}">
                  <a16:creationId xmlns:a16="http://schemas.microsoft.com/office/drawing/2014/main" id="{4D67063E-8CED-1101-FFA7-EB8E0E6DC9DF}"/>
                </a:ext>
              </a:extLst>
            </p:cNvPr>
            <p:cNvSpPr txBox="1"/>
            <p:nvPr/>
          </p:nvSpPr>
          <p:spPr>
            <a:xfrm>
              <a:off x="520332" y="1351392"/>
              <a:ext cx="3257044" cy="2462213"/>
            </a:xfrm>
            <a:prstGeom prst="rect">
              <a:avLst/>
            </a:prstGeom>
            <a:noFill/>
          </p:spPr>
          <p:txBody>
            <a:bodyPr wrap="square">
              <a:spAutoFit/>
            </a:bodyPr>
            <a:lstStyle/>
            <a:p>
              <a:pPr marL="0" lvl="0" indent="0">
                <a:buClr>
                  <a:srgbClr val="A3816A"/>
                </a:buClr>
                <a:buSzPts val="1100"/>
                <a:buNone/>
              </a:pPr>
              <a:r>
                <a:rPr lang="en-GB" dirty="0">
                  <a:solidFill>
                    <a:srgbClr val="000000"/>
                  </a:solidFill>
                  <a:latin typeface="+mj-lt"/>
                  <a:cs typeface="Times New Roman" panose="02020603050405020304" pitchFamily="18" charset="0"/>
                </a:rPr>
                <a:t>This project aims to develop an efficient Coffee Shop Management System as a local desktop application, designed for coffee shop administrators. The goal is to streamline the management of daily operations, including orders, inventory, suppliers, and staff records, by replacing outdated manual methods and Excel sheets with a more efficient and user - friendly digital solution.</a:t>
              </a:r>
            </a:p>
          </p:txBody>
        </p:sp>
      </p:grpSp>
    </p:spTree>
  </p:cSld>
  <p:clrMapOvr>
    <a:masterClrMapping/>
  </p:clrMapOvr>
  <mc:AlternateContent xmlns:mc="http://schemas.openxmlformats.org/markup-compatibility/2006" xmlns:p14="http://schemas.microsoft.com/office/powerpoint/2010/main">
    <mc:Choice Requires="p14">
      <p:transition spd="med" p14:dur="700">
        <p:fade/>
        <p:sndAc>
          <p:stSnd>
            <p:snd r:embed="rId3" name="click.wav"/>
          </p:stSnd>
        </p:sndAc>
      </p:transition>
    </mc:Choice>
    <mc:Fallback xmlns="">
      <p:transition spd="med">
        <p:fade/>
        <p:sndAc>
          <p:stSnd>
            <p:snd r:embed="rId5" name="click.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2"/>
        <p:cNvGrpSpPr/>
        <p:nvPr/>
      </p:nvGrpSpPr>
      <p:grpSpPr>
        <a:xfrm>
          <a:off x="0" y="0"/>
          <a:ext cx="0" cy="0"/>
          <a:chOff x="0" y="0"/>
          <a:chExt cx="0" cy="0"/>
        </a:xfrm>
      </p:grpSpPr>
      <p:pic>
        <p:nvPicPr>
          <p:cNvPr id="713" name="Google Shape;713;p65"/>
          <p:cNvPicPr preferRelativeResize="0"/>
          <p:nvPr/>
        </p:nvPicPr>
        <p:blipFill rotWithShape="1">
          <a:blip r:embed="rId4">
            <a:alphaModFix/>
          </a:blip>
          <a:srcRect l="44839" t="12371" r="18934" b="8626"/>
          <a:stretch/>
        </p:blipFill>
        <p:spPr>
          <a:xfrm>
            <a:off x="728153" y="539999"/>
            <a:ext cx="3312146" cy="4063502"/>
          </a:xfrm>
          <a:prstGeom prst="rect">
            <a:avLst/>
          </a:prstGeom>
          <a:noFill/>
          <a:ln>
            <a:noFill/>
          </a:ln>
        </p:spPr>
      </p:pic>
      <p:sp>
        <p:nvSpPr>
          <p:cNvPr id="714" name="Google Shape;714;p65"/>
          <p:cNvSpPr txBox="1">
            <a:spLocks noGrp="1"/>
          </p:cNvSpPr>
          <p:nvPr>
            <p:ph type="title"/>
          </p:nvPr>
        </p:nvSpPr>
        <p:spPr>
          <a:xfrm>
            <a:off x="4563060" y="349595"/>
            <a:ext cx="3142200" cy="572700"/>
          </a:xfrm>
          <a:prstGeom prst="rect">
            <a:avLst/>
          </a:prstGeom>
        </p:spPr>
        <p:txBody>
          <a:bodyPr spcFirstLastPara="1" wrap="square" lIns="91425" tIns="91425" rIns="91425" bIns="91425" anchor="t" anchorCtr="0">
            <a:noAutofit/>
          </a:bodyPr>
          <a:lstStyle/>
          <a:p>
            <a:pPr lvl="0"/>
            <a:r>
              <a:rPr lang="en-US" sz="2000" dirty="0">
                <a:solidFill>
                  <a:srgbClr val="000000"/>
                </a:solidFill>
              </a:rPr>
              <a:t>KEY</a:t>
            </a:r>
            <a:r>
              <a:rPr lang="en-US" sz="2000" dirty="0"/>
              <a:t> </a:t>
            </a:r>
            <a:r>
              <a:rPr lang="en-US" sz="2000" dirty="0">
                <a:solidFill>
                  <a:schemeClr val="dk1"/>
                </a:solidFill>
              </a:rPr>
              <a:t>FUNCTIONALITIES</a:t>
            </a:r>
            <a:endParaRPr sz="2000" dirty="0">
              <a:solidFill>
                <a:schemeClr val="dk1"/>
              </a:solidFill>
            </a:endParaRPr>
          </a:p>
        </p:txBody>
      </p:sp>
      <p:sp>
        <p:nvSpPr>
          <p:cNvPr id="716" name="Google Shape;716;p65"/>
          <p:cNvSpPr/>
          <p:nvPr/>
        </p:nvSpPr>
        <p:spPr>
          <a:xfrm>
            <a:off x="1510867" y="1180350"/>
            <a:ext cx="1746600" cy="27828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8" name="Google Shape;718;p65"/>
          <p:cNvCxnSpPr/>
          <p:nvPr/>
        </p:nvCxnSpPr>
        <p:spPr>
          <a:xfrm>
            <a:off x="2017930" y="2834475"/>
            <a:ext cx="732600" cy="0"/>
          </a:xfrm>
          <a:prstGeom prst="straightConnector1">
            <a:avLst/>
          </a:prstGeom>
          <a:noFill/>
          <a:ln w="19050" cap="flat" cmpd="sng">
            <a:solidFill>
              <a:schemeClr val="lt1"/>
            </a:solidFill>
            <a:prstDash val="dot"/>
            <a:round/>
            <a:headEnd type="none" w="med" len="med"/>
            <a:tailEnd type="none" w="med" len="med"/>
          </a:ln>
        </p:spPr>
      </p:cxnSp>
      <p:sp>
        <p:nvSpPr>
          <p:cNvPr id="719" name="Google Shape;719;p65"/>
          <p:cNvSpPr/>
          <p:nvPr/>
        </p:nvSpPr>
        <p:spPr>
          <a:xfrm>
            <a:off x="2285817" y="3101125"/>
            <a:ext cx="349725" cy="348275"/>
          </a:xfrm>
          <a:custGeom>
            <a:avLst/>
            <a:gdLst/>
            <a:ahLst/>
            <a:cxnLst/>
            <a:rect l="l" t="t" r="r" b="b"/>
            <a:pathLst>
              <a:path w="13989" h="13931" extrusionOk="0">
                <a:moveTo>
                  <a:pt x="3679" y="1"/>
                </a:moveTo>
                <a:cubicBezTo>
                  <a:pt x="2237" y="1"/>
                  <a:pt x="989" y="473"/>
                  <a:pt x="81" y="1380"/>
                </a:cubicBezTo>
                <a:cubicBezTo>
                  <a:pt x="28" y="1420"/>
                  <a:pt x="1" y="1487"/>
                  <a:pt x="1" y="1554"/>
                </a:cubicBezTo>
                <a:cubicBezTo>
                  <a:pt x="1" y="1621"/>
                  <a:pt x="28" y="1688"/>
                  <a:pt x="81" y="1742"/>
                </a:cubicBezTo>
                <a:lnTo>
                  <a:pt x="12190" y="13850"/>
                </a:lnTo>
                <a:cubicBezTo>
                  <a:pt x="12243" y="13904"/>
                  <a:pt x="12311" y="13930"/>
                  <a:pt x="12378" y="13930"/>
                </a:cubicBezTo>
                <a:cubicBezTo>
                  <a:pt x="12445" y="13930"/>
                  <a:pt x="12512" y="13904"/>
                  <a:pt x="12566" y="13850"/>
                </a:cubicBezTo>
                <a:cubicBezTo>
                  <a:pt x="13183" y="13232"/>
                  <a:pt x="13600" y="12441"/>
                  <a:pt x="13801" y="11514"/>
                </a:cubicBezTo>
                <a:cubicBezTo>
                  <a:pt x="13988" y="10642"/>
                  <a:pt x="13976" y="9676"/>
                  <a:pt x="13761" y="8642"/>
                </a:cubicBezTo>
                <a:cubicBezTo>
                  <a:pt x="13738" y="8528"/>
                  <a:pt x="13630" y="8444"/>
                  <a:pt x="13516" y="8444"/>
                </a:cubicBezTo>
                <a:cubicBezTo>
                  <a:pt x="13494" y="8444"/>
                  <a:pt x="13473" y="8447"/>
                  <a:pt x="13452" y="8454"/>
                </a:cubicBezTo>
                <a:cubicBezTo>
                  <a:pt x="13304" y="8480"/>
                  <a:pt x="13224" y="8615"/>
                  <a:pt x="13251" y="8763"/>
                </a:cubicBezTo>
                <a:cubicBezTo>
                  <a:pt x="13653" y="10601"/>
                  <a:pt x="13331" y="12199"/>
                  <a:pt x="12365" y="13300"/>
                </a:cubicBezTo>
                <a:lnTo>
                  <a:pt x="632" y="1568"/>
                </a:lnTo>
                <a:cubicBezTo>
                  <a:pt x="1441" y="860"/>
                  <a:pt x="2509" y="520"/>
                  <a:pt x="3692" y="520"/>
                </a:cubicBezTo>
                <a:cubicBezTo>
                  <a:pt x="5807" y="520"/>
                  <a:pt x="8288" y="1607"/>
                  <a:pt x="10310" y="3621"/>
                </a:cubicBezTo>
                <a:cubicBezTo>
                  <a:pt x="11545" y="4856"/>
                  <a:pt x="12472" y="6293"/>
                  <a:pt x="12982" y="7782"/>
                </a:cubicBezTo>
                <a:cubicBezTo>
                  <a:pt x="13013" y="7888"/>
                  <a:pt x="13112" y="7960"/>
                  <a:pt x="13218" y="7960"/>
                </a:cubicBezTo>
                <a:cubicBezTo>
                  <a:pt x="13246" y="7960"/>
                  <a:pt x="13276" y="7955"/>
                  <a:pt x="13304" y="7943"/>
                </a:cubicBezTo>
                <a:cubicBezTo>
                  <a:pt x="13439" y="7904"/>
                  <a:pt x="13519" y="7756"/>
                  <a:pt x="13465" y="7621"/>
                </a:cubicBezTo>
                <a:cubicBezTo>
                  <a:pt x="12929" y="6051"/>
                  <a:pt x="11962" y="4548"/>
                  <a:pt x="10673" y="3259"/>
                </a:cubicBezTo>
                <a:cubicBezTo>
                  <a:pt x="9022" y="1607"/>
                  <a:pt x="7022" y="494"/>
                  <a:pt x="5035" y="131"/>
                </a:cubicBezTo>
                <a:cubicBezTo>
                  <a:pt x="4568" y="44"/>
                  <a:pt x="4115"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AF2"/>
              </a:solidFill>
            </a:endParaRPr>
          </a:p>
        </p:txBody>
      </p:sp>
      <p:sp>
        <p:nvSpPr>
          <p:cNvPr id="720" name="Google Shape;720;p65"/>
          <p:cNvSpPr/>
          <p:nvPr/>
        </p:nvSpPr>
        <p:spPr>
          <a:xfrm>
            <a:off x="2223092" y="3158000"/>
            <a:ext cx="354725" cy="348125"/>
          </a:xfrm>
          <a:custGeom>
            <a:avLst/>
            <a:gdLst/>
            <a:ahLst/>
            <a:cxnLst/>
            <a:rect l="l" t="t" r="r" b="b"/>
            <a:pathLst>
              <a:path w="14189" h="13925" extrusionOk="0">
                <a:moveTo>
                  <a:pt x="1799" y="635"/>
                </a:moveTo>
                <a:lnTo>
                  <a:pt x="13544" y="12367"/>
                </a:lnTo>
                <a:cubicBezTo>
                  <a:pt x="12753" y="13052"/>
                  <a:pt x="11706" y="13415"/>
                  <a:pt x="10484" y="13415"/>
                </a:cubicBezTo>
                <a:cubicBezTo>
                  <a:pt x="8282" y="13415"/>
                  <a:pt x="5812" y="12246"/>
                  <a:pt x="3866" y="10300"/>
                </a:cubicBezTo>
                <a:cubicBezTo>
                  <a:pt x="2282" y="8729"/>
                  <a:pt x="1221" y="6823"/>
                  <a:pt x="872" y="4931"/>
                </a:cubicBezTo>
                <a:cubicBezTo>
                  <a:pt x="550" y="3198"/>
                  <a:pt x="886" y="1682"/>
                  <a:pt x="1799" y="635"/>
                </a:cubicBezTo>
                <a:close/>
                <a:moveTo>
                  <a:pt x="1797" y="0"/>
                </a:moveTo>
                <a:cubicBezTo>
                  <a:pt x="1732" y="0"/>
                  <a:pt x="1665" y="24"/>
                  <a:pt x="1611" y="71"/>
                </a:cubicBezTo>
                <a:cubicBezTo>
                  <a:pt x="443" y="1253"/>
                  <a:pt x="0" y="3011"/>
                  <a:pt x="362" y="5024"/>
                </a:cubicBezTo>
                <a:cubicBezTo>
                  <a:pt x="725" y="7011"/>
                  <a:pt x="1839" y="9012"/>
                  <a:pt x="3503" y="10676"/>
                </a:cubicBezTo>
                <a:cubicBezTo>
                  <a:pt x="5544" y="12716"/>
                  <a:pt x="8148" y="13925"/>
                  <a:pt x="10484" y="13925"/>
                </a:cubicBezTo>
                <a:cubicBezTo>
                  <a:pt x="11947" y="13925"/>
                  <a:pt x="13195" y="13454"/>
                  <a:pt x="14095" y="12555"/>
                </a:cubicBezTo>
                <a:cubicBezTo>
                  <a:pt x="14189" y="12448"/>
                  <a:pt x="14189" y="12287"/>
                  <a:pt x="14095" y="12192"/>
                </a:cubicBezTo>
                <a:lnTo>
                  <a:pt x="1973" y="71"/>
                </a:lnTo>
                <a:cubicBezTo>
                  <a:pt x="1926" y="24"/>
                  <a:pt x="1863" y="0"/>
                  <a:pt x="1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AF2"/>
              </a:solidFill>
            </a:endParaRPr>
          </a:p>
        </p:txBody>
      </p:sp>
      <p:sp>
        <p:nvSpPr>
          <p:cNvPr id="721" name="Google Shape;721;p65"/>
          <p:cNvSpPr/>
          <p:nvPr/>
        </p:nvSpPr>
        <p:spPr>
          <a:xfrm>
            <a:off x="2487842" y="3446375"/>
            <a:ext cx="13150" cy="12775"/>
          </a:xfrm>
          <a:custGeom>
            <a:avLst/>
            <a:gdLst/>
            <a:ahLst/>
            <a:cxnLst/>
            <a:rect l="l" t="t" r="r" b="b"/>
            <a:pathLst>
              <a:path w="526" h="511" extrusionOk="0">
                <a:moveTo>
                  <a:pt x="257" y="0"/>
                </a:moveTo>
                <a:cubicBezTo>
                  <a:pt x="122" y="0"/>
                  <a:pt x="1" y="120"/>
                  <a:pt x="1" y="255"/>
                </a:cubicBezTo>
                <a:cubicBezTo>
                  <a:pt x="1" y="403"/>
                  <a:pt x="122" y="510"/>
                  <a:pt x="257" y="510"/>
                </a:cubicBezTo>
                <a:cubicBezTo>
                  <a:pt x="404" y="510"/>
                  <a:pt x="525" y="403"/>
                  <a:pt x="525" y="255"/>
                </a:cubicBezTo>
                <a:cubicBezTo>
                  <a:pt x="525" y="120"/>
                  <a:pt x="404" y="0"/>
                  <a:pt x="2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AF2"/>
              </a:solidFill>
            </a:endParaRPr>
          </a:p>
        </p:txBody>
      </p:sp>
      <p:sp>
        <p:nvSpPr>
          <p:cNvPr id="722" name="Google Shape;722;p65"/>
          <p:cNvSpPr/>
          <p:nvPr/>
        </p:nvSpPr>
        <p:spPr>
          <a:xfrm>
            <a:off x="2451292" y="3446375"/>
            <a:ext cx="13100" cy="12775"/>
          </a:xfrm>
          <a:custGeom>
            <a:avLst/>
            <a:gdLst/>
            <a:ahLst/>
            <a:cxnLst/>
            <a:rect l="l" t="t" r="r" b="b"/>
            <a:pathLst>
              <a:path w="524" h="511" extrusionOk="0">
                <a:moveTo>
                  <a:pt x="255" y="0"/>
                </a:moveTo>
                <a:cubicBezTo>
                  <a:pt x="121" y="0"/>
                  <a:pt x="0" y="120"/>
                  <a:pt x="0" y="255"/>
                </a:cubicBezTo>
                <a:cubicBezTo>
                  <a:pt x="0" y="403"/>
                  <a:pt x="121" y="510"/>
                  <a:pt x="255" y="510"/>
                </a:cubicBezTo>
                <a:cubicBezTo>
                  <a:pt x="403" y="510"/>
                  <a:pt x="523" y="403"/>
                  <a:pt x="523" y="255"/>
                </a:cubicBezTo>
                <a:cubicBezTo>
                  <a:pt x="523" y="120"/>
                  <a:pt x="403" y="0"/>
                  <a:pt x="2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AF2"/>
              </a:solidFill>
            </a:endParaRPr>
          </a:p>
        </p:txBody>
      </p:sp>
      <p:sp>
        <p:nvSpPr>
          <p:cNvPr id="723" name="Google Shape;723;p65"/>
          <p:cNvSpPr/>
          <p:nvPr/>
        </p:nvSpPr>
        <p:spPr>
          <a:xfrm>
            <a:off x="2398942" y="3148000"/>
            <a:ext cx="13100" cy="13125"/>
          </a:xfrm>
          <a:custGeom>
            <a:avLst/>
            <a:gdLst/>
            <a:ahLst/>
            <a:cxnLst/>
            <a:rect l="l" t="t" r="r" b="b"/>
            <a:pathLst>
              <a:path w="524" h="525" extrusionOk="0">
                <a:moveTo>
                  <a:pt x="255" y="1"/>
                </a:moveTo>
                <a:cubicBezTo>
                  <a:pt x="120" y="1"/>
                  <a:pt x="0" y="122"/>
                  <a:pt x="0" y="269"/>
                </a:cubicBezTo>
                <a:cubicBezTo>
                  <a:pt x="0" y="404"/>
                  <a:pt x="120" y="525"/>
                  <a:pt x="255" y="525"/>
                </a:cubicBezTo>
                <a:cubicBezTo>
                  <a:pt x="403" y="525"/>
                  <a:pt x="523" y="404"/>
                  <a:pt x="523" y="269"/>
                </a:cubicBezTo>
                <a:cubicBezTo>
                  <a:pt x="523" y="122"/>
                  <a:pt x="403" y="1"/>
                  <a:pt x="2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AF2"/>
              </a:solidFill>
            </a:endParaRPr>
          </a:p>
        </p:txBody>
      </p:sp>
      <p:cxnSp>
        <p:nvCxnSpPr>
          <p:cNvPr id="14" name="Google Shape;2428;p117"/>
          <p:cNvCxnSpPr/>
          <p:nvPr/>
        </p:nvCxnSpPr>
        <p:spPr>
          <a:xfrm flipV="1">
            <a:off x="4526136" y="1089421"/>
            <a:ext cx="3168000" cy="0"/>
          </a:xfrm>
          <a:prstGeom prst="straightConnector1">
            <a:avLst/>
          </a:prstGeom>
          <a:noFill/>
          <a:ln w="19050" cap="flat" cmpd="sng">
            <a:solidFill>
              <a:schemeClr val="dk1"/>
            </a:solidFill>
            <a:prstDash val="solid"/>
            <a:round/>
            <a:headEnd type="none" w="med" len="med"/>
            <a:tailEnd type="none" w="med" len="med"/>
          </a:ln>
        </p:spPr>
      </p:cxnSp>
      <p:sp>
        <p:nvSpPr>
          <p:cNvPr id="5" name="TextBox 4">
            <a:extLst>
              <a:ext uri="{FF2B5EF4-FFF2-40B4-BE49-F238E27FC236}">
                <a16:creationId xmlns:a16="http://schemas.microsoft.com/office/drawing/2014/main" id="{DEA272D1-BAF4-C785-56CF-C47A4472E7D5}"/>
              </a:ext>
            </a:extLst>
          </p:cNvPr>
          <p:cNvSpPr txBox="1"/>
          <p:nvPr/>
        </p:nvSpPr>
        <p:spPr>
          <a:xfrm>
            <a:off x="4526136" y="1134043"/>
            <a:ext cx="2488200" cy="400110"/>
          </a:xfrm>
          <a:prstGeom prst="rect">
            <a:avLst/>
          </a:prstGeom>
          <a:noFill/>
        </p:spPr>
        <p:txBody>
          <a:bodyPr wrap="square">
            <a:spAutoFit/>
          </a:bodyPr>
          <a:lstStyle/>
          <a:p>
            <a:r>
              <a:rPr lang="en-US" sz="2000" b="1" u="sng" dirty="0">
                <a:solidFill>
                  <a:srgbClr val="000000"/>
                </a:solidFill>
              </a:rPr>
              <a:t>Admin Functions</a:t>
            </a:r>
            <a:r>
              <a:rPr lang="en-US" sz="2000" b="1" u="sng" dirty="0"/>
              <a:t> </a:t>
            </a:r>
            <a:r>
              <a:rPr lang="en-US" sz="2000" b="1" u="sng" dirty="0">
                <a:solidFill>
                  <a:srgbClr val="000000"/>
                </a:solidFill>
              </a:rPr>
              <a:t>:</a:t>
            </a:r>
          </a:p>
        </p:txBody>
      </p:sp>
      <p:sp>
        <p:nvSpPr>
          <p:cNvPr id="11" name="TextBox 10">
            <a:extLst>
              <a:ext uri="{FF2B5EF4-FFF2-40B4-BE49-F238E27FC236}">
                <a16:creationId xmlns:a16="http://schemas.microsoft.com/office/drawing/2014/main" id="{EAE6145D-626E-3EF4-5092-8624DBE5DDD5}"/>
              </a:ext>
            </a:extLst>
          </p:cNvPr>
          <p:cNvSpPr txBox="1"/>
          <p:nvPr/>
        </p:nvSpPr>
        <p:spPr>
          <a:xfrm>
            <a:off x="4776800" y="1589250"/>
            <a:ext cx="3780000" cy="3168000"/>
          </a:xfrm>
          <a:prstGeom prst="rect">
            <a:avLst/>
          </a:prstGeom>
          <a:noFill/>
        </p:spPr>
        <p:txBody>
          <a:bodyPr wrap="square">
            <a:spAutoFit/>
          </a:bodyPr>
          <a:lstStyle/>
          <a:p>
            <a:pPr marL="0" lvl="0" indent="0" eaLnBrk="0" fontAlgn="base" hangingPunct="0">
              <a:spcBef>
                <a:spcPct val="0"/>
              </a:spcBef>
              <a:spcAft>
                <a:spcPts val="600"/>
              </a:spcAft>
              <a:buClrTx/>
              <a:buSzTx/>
            </a:pPr>
            <a:r>
              <a:rPr lang="en-US" altLang="en-US" b="1" dirty="0">
                <a:solidFill>
                  <a:schemeClr val="tx1"/>
                </a:solidFill>
                <a:latin typeface="Arial" panose="020B0604020202020204" pitchFamily="34" charset="0"/>
              </a:rPr>
              <a:t>User Management</a:t>
            </a:r>
            <a:endParaRPr lang="en-US" altLang="en-US" dirty="0">
              <a:solidFill>
                <a:schemeClr val="tx1"/>
              </a:solidFill>
              <a:latin typeface="Arial" panose="020B0604020202020204" pitchFamily="34" charset="0"/>
            </a:endParaRPr>
          </a:p>
          <a:p>
            <a:pPr marL="285750" indent="-285750" eaLnBrk="0" fontAlgn="base" hangingPunct="0">
              <a:spcBef>
                <a:spcPct val="0"/>
              </a:spcBef>
              <a:spcAft>
                <a:spcPct val="0"/>
              </a:spcAft>
              <a:buClrTx/>
              <a:buFont typeface="Arial" panose="020B0604020202020204" pitchFamily="34" charset="0"/>
              <a:buChar char="•"/>
            </a:pPr>
            <a:r>
              <a:rPr lang="en-US" altLang="en-US" sz="1200" dirty="0">
                <a:solidFill>
                  <a:srgbClr val="000000"/>
                </a:solidFill>
                <a:latin typeface="Arial" panose="020B0604020202020204" pitchFamily="34" charset="0"/>
              </a:rPr>
              <a:t>Create, update, and delete user accounts.</a:t>
            </a:r>
          </a:p>
          <a:p>
            <a:pPr marL="285750" indent="-285750" eaLnBrk="0" fontAlgn="base" hangingPunct="0">
              <a:spcBef>
                <a:spcPct val="0"/>
              </a:spcBef>
              <a:spcAft>
                <a:spcPct val="0"/>
              </a:spcAft>
              <a:buClrTx/>
              <a:buFont typeface="Arial" panose="020B0604020202020204" pitchFamily="34" charset="0"/>
              <a:buChar char="•"/>
            </a:pPr>
            <a:r>
              <a:rPr lang="en-US" altLang="en-US" sz="1200" dirty="0">
                <a:solidFill>
                  <a:srgbClr val="000000"/>
                </a:solidFill>
                <a:latin typeface="Arial" panose="020B0604020202020204" pitchFamily="34" charset="0"/>
              </a:rPr>
              <a:t>Change user roles ( Admin / Staff ).</a:t>
            </a:r>
          </a:p>
          <a:p>
            <a:pPr eaLnBrk="0" fontAlgn="base" hangingPunct="0">
              <a:spcBef>
                <a:spcPts val="600"/>
              </a:spcBef>
              <a:spcAft>
                <a:spcPts val="600"/>
              </a:spcAft>
              <a:buClrTx/>
            </a:pPr>
            <a:r>
              <a:rPr lang="en-US" altLang="en-US" b="1" dirty="0">
                <a:solidFill>
                  <a:schemeClr val="tx1"/>
                </a:solidFill>
                <a:latin typeface="Arial" panose="020B0604020202020204" pitchFamily="34" charset="0"/>
              </a:rPr>
              <a:t>Menu &amp; Book Management</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Add, edit, and delete menu items and books. </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Update stock levels, prices.</a:t>
            </a:r>
          </a:p>
          <a:p>
            <a:pPr marL="0" lvl="0" indent="0" eaLnBrk="0" fontAlgn="base" hangingPunct="0">
              <a:spcBef>
                <a:spcPts val="600"/>
              </a:spcBef>
              <a:spcAft>
                <a:spcPts val="600"/>
              </a:spcAft>
              <a:buClrTx/>
              <a:buSzTx/>
            </a:pPr>
            <a:r>
              <a:rPr lang="en-US" altLang="en-US" b="1" dirty="0">
                <a:solidFill>
                  <a:schemeClr val="tx1"/>
                </a:solidFill>
                <a:latin typeface="Arial" panose="020B0604020202020204" pitchFamily="34" charset="0"/>
              </a:rPr>
              <a:t>Supplier Management</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Add suppliers and record supplied items.</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Update supply prices and delivery history.</a:t>
            </a:r>
          </a:p>
          <a:p>
            <a:pPr eaLnBrk="0" fontAlgn="base" hangingPunct="0">
              <a:spcBef>
                <a:spcPts val="600"/>
              </a:spcBef>
              <a:spcAft>
                <a:spcPts val="600"/>
              </a:spcAft>
              <a:buClrTx/>
            </a:pPr>
            <a:r>
              <a:rPr lang="en-US" altLang="en-US" b="1" dirty="0">
                <a:solidFill>
                  <a:schemeClr val="tx1"/>
                </a:solidFill>
                <a:latin typeface="Arial" panose="020B0604020202020204" pitchFamily="34" charset="0"/>
              </a:rPr>
              <a:t>Analytics &amp; Reports</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Generate sales, inventory, and supplier reports.</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Track most borrowed books and top menus.</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Monitor daily operations.</a:t>
            </a:r>
          </a:p>
        </p:txBody>
      </p:sp>
    </p:spTree>
    <p:extLst>
      <p:ext uri="{BB962C8B-B14F-4D97-AF65-F5344CB8AC3E}">
        <p14:creationId xmlns:p14="http://schemas.microsoft.com/office/powerpoint/2010/main" val="2705921476"/>
      </p:ext>
    </p:extLst>
  </p:cSld>
  <p:clrMapOvr>
    <a:masterClrMapping/>
  </p:clrMapOvr>
  <mc:AlternateContent xmlns:mc="http://schemas.openxmlformats.org/markup-compatibility/2006" xmlns:p14="http://schemas.microsoft.com/office/powerpoint/2010/main">
    <mc:Choice Requires="p14">
      <p:transition spd="med" p14:dur="700">
        <p:fade/>
        <p:sndAc>
          <p:stSnd>
            <p:snd r:embed="rId3" name="click.wav"/>
          </p:stSnd>
        </p:sndAc>
      </p:transition>
    </mc:Choice>
    <mc:Fallback xmlns="">
      <p:transition spd="med">
        <p:fade/>
        <p:sndAc>
          <p:stSnd>
            <p:snd r:embed="rId6" name="click.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2"/>
        <p:cNvGrpSpPr/>
        <p:nvPr/>
      </p:nvGrpSpPr>
      <p:grpSpPr>
        <a:xfrm>
          <a:off x="0" y="0"/>
          <a:ext cx="0" cy="0"/>
          <a:chOff x="0" y="0"/>
          <a:chExt cx="0" cy="0"/>
        </a:xfrm>
      </p:grpSpPr>
      <p:pic>
        <p:nvPicPr>
          <p:cNvPr id="713" name="Google Shape;713;p65"/>
          <p:cNvPicPr preferRelativeResize="0"/>
          <p:nvPr/>
        </p:nvPicPr>
        <p:blipFill rotWithShape="1">
          <a:blip r:embed="rId4">
            <a:alphaModFix/>
          </a:blip>
          <a:srcRect l="44839" t="12371" r="18934" b="8626"/>
          <a:stretch/>
        </p:blipFill>
        <p:spPr>
          <a:xfrm>
            <a:off x="639141" y="540000"/>
            <a:ext cx="3312146" cy="4063502"/>
          </a:xfrm>
          <a:prstGeom prst="rect">
            <a:avLst/>
          </a:prstGeom>
          <a:noFill/>
          <a:ln>
            <a:noFill/>
          </a:ln>
        </p:spPr>
      </p:pic>
      <p:sp>
        <p:nvSpPr>
          <p:cNvPr id="714" name="Google Shape;714;p65"/>
          <p:cNvSpPr txBox="1">
            <a:spLocks noGrp="1"/>
          </p:cNvSpPr>
          <p:nvPr>
            <p:ph type="title"/>
          </p:nvPr>
        </p:nvSpPr>
        <p:spPr>
          <a:xfrm>
            <a:off x="4409312" y="446699"/>
            <a:ext cx="3142200" cy="572700"/>
          </a:xfrm>
          <a:prstGeom prst="rect">
            <a:avLst/>
          </a:prstGeom>
        </p:spPr>
        <p:txBody>
          <a:bodyPr spcFirstLastPara="1" wrap="square" lIns="91425" tIns="91425" rIns="91425" bIns="91425" anchor="t" anchorCtr="0">
            <a:noAutofit/>
          </a:bodyPr>
          <a:lstStyle/>
          <a:p>
            <a:pPr lvl="0"/>
            <a:r>
              <a:rPr lang="en-US" sz="2000" dirty="0">
                <a:solidFill>
                  <a:srgbClr val="000000"/>
                </a:solidFill>
              </a:rPr>
              <a:t>KEY</a:t>
            </a:r>
            <a:r>
              <a:rPr lang="en-US" sz="2000" dirty="0"/>
              <a:t> </a:t>
            </a:r>
            <a:r>
              <a:rPr lang="en-US" sz="2000" dirty="0">
                <a:solidFill>
                  <a:schemeClr val="dk1"/>
                </a:solidFill>
              </a:rPr>
              <a:t>FUNCTIONALITIES</a:t>
            </a:r>
            <a:endParaRPr sz="2000" dirty="0">
              <a:solidFill>
                <a:schemeClr val="dk1"/>
              </a:solidFill>
            </a:endParaRPr>
          </a:p>
        </p:txBody>
      </p:sp>
      <p:sp>
        <p:nvSpPr>
          <p:cNvPr id="2" name="Subtitle 1"/>
          <p:cNvSpPr>
            <a:spLocks noGrp="1"/>
          </p:cNvSpPr>
          <p:nvPr>
            <p:ph type="subTitle" idx="3"/>
          </p:nvPr>
        </p:nvSpPr>
        <p:spPr>
          <a:xfrm>
            <a:off x="4734001" y="1725638"/>
            <a:ext cx="3888000" cy="2880000"/>
          </a:xfrm>
        </p:spPr>
        <p:txBody>
          <a:bodyPr/>
          <a:lstStyle/>
          <a:p>
            <a:pPr marL="0" lvl="0" indent="0" eaLnBrk="0" fontAlgn="base" hangingPunct="0">
              <a:spcBef>
                <a:spcPct val="0"/>
              </a:spcBef>
              <a:spcAft>
                <a:spcPts val="600"/>
              </a:spcAft>
              <a:buClrTx/>
              <a:buSzTx/>
            </a:pPr>
            <a:r>
              <a:rPr lang="en-US" altLang="en-US" b="1" dirty="0">
                <a:solidFill>
                  <a:schemeClr val="tx1"/>
                </a:solidFill>
                <a:latin typeface="Arial" panose="020B0604020202020204" pitchFamily="34" charset="0"/>
              </a:rPr>
              <a:t>Order Processing</a:t>
            </a:r>
            <a:endParaRPr lang="en-US" altLang="en-US" dirty="0">
              <a:solidFill>
                <a:schemeClr val="tx1"/>
              </a:solidFill>
              <a:latin typeface="Arial" panose="020B0604020202020204" pitchFamily="34" charset="0"/>
            </a:endParaRPr>
          </a:p>
          <a:p>
            <a:pPr marL="171450" lvl="0" indent="-1714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Create and manage customer orders.</a:t>
            </a:r>
          </a:p>
          <a:p>
            <a:pPr marL="171450" lvl="0" indent="-1714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Apply discounts and process payments.</a:t>
            </a:r>
          </a:p>
          <a:p>
            <a:pPr marL="171450" lvl="0" indent="-1714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Cancel orders when required.</a:t>
            </a:r>
          </a:p>
          <a:p>
            <a:pPr marL="0" lvl="0" indent="0" eaLnBrk="0" fontAlgn="base" hangingPunct="0">
              <a:spcBef>
                <a:spcPts val="600"/>
              </a:spcBef>
              <a:spcAft>
                <a:spcPts val="600"/>
              </a:spcAft>
              <a:buClrTx/>
              <a:buSzTx/>
            </a:pPr>
            <a:r>
              <a:rPr lang="en-US" altLang="en-US" b="1" dirty="0">
                <a:solidFill>
                  <a:schemeClr val="tx1"/>
                </a:solidFill>
                <a:latin typeface="Arial" panose="020B0604020202020204" pitchFamily="34" charset="0"/>
              </a:rPr>
              <a:t>Customer Service</a:t>
            </a:r>
            <a:endParaRPr lang="en-US" altLang="en-US" dirty="0">
              <a:solidFill>
                <a:schemeClr val="tx1"/>
              </a:solidFill>
              <a:latin typeface="Arial" panose="020B0604020202020204" pitchFamily="34" charset="0"/>
            </a:endParaRP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Register new customers.</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Manage billing and payments.</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Update loyalty points with automatic tier upgrades.</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Check customer tier status and benefits.</a:t>
            </a:r>
          </a:p>
          <a:p>
            <a:pPr marL="0" indent="0" eaLnBrk="0" fontAlgn="base" hangingPunct="0">
              <a:spcBef>
                <a:spcPts val="600"/>
              </a:spcBef>
              <a:spcAft>
                <a:spcPts val="600"/>
              </a:spcAft>
              <a:buClrTx/>
              <a:buSzTx/>
            </a:pPr>
            <a:r>
              <a:rPr lang="en-US" altLang="en-US" b="1" dirty="0">
                <a:solidFill>
                  <a:schemeClr val="tx1"/>
                </a:solidFill>
                <a:latin typeface="Arial" panose="020B0604020202020204" pitchFamily="34" charset="0"/>
              </a:rPr>
              <a:t>Book Borrowing </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Record book borrowing and return transactions.</a:t>
            </a:r>
          </a:p>
          <a:p>
            <a:pPr marL="285750" lvl="0" indent="-285750" eaLnBrk="0" fontAlgn="base" hangingPunct="0">
              <a:spcBef>
                <a:spcPct val="0"/>
              </a:spcBef>
              <a:spcAft>
                <a:spcPct val="0"/>
              </a:spcAft>
              <a:buClrTx/>
              <a:buSzTx/>
              <a:buFont typeface="Arial" panose="020B0604020202020204" pitchFamily="34" charset="0"/>
              <a:buChar char="•"/>
            </a:pPr>
            <a:r>
              <a:rPr lang="en-US" altLang="en-US" sz="1200" dirty="0">
                <a:solidFill>
                  <a:srgbClr val="000000"/>
                </a:solidFill>
                <a:latin typeface="Arial" panose="020B0604020202020204" pitchFamily="34" charset="0"/>
              </a:rPr>
              <a:t>Collect and manage late fees.</a:t>
            </a:r>
          </a:p>
        </p:txBody>
      </p:sp>
      <p:sp>
        <p:nvSpPr>
          <p:cNvPr id="3" name="Subtitle 2"/>
          <p:cNvSpPr>
            <a:spLocks noGrp="1"/>
          </p:cNvSpPr>
          <p:nvPr>
            <p:ph type="subTitle" idx="4"/>
          </p:nvPr>
        </p:nvSpPr>
        <p:spPr>
          <a:xfrm>
            <a:off x="4364296" y="1293638"/>
            <a:ext cx="3600000" cy="432000"/>
          </a:xfrm>
        </p:spPr>
        <p:txBody>
          <a:bodyPr/>
          <a:lstStyle/>
          <a:p>
            <a:r>
              <a:rPr lang="en-US" u="sng" dirty="0">
                <a:solidFill>
                  <a:srgbClr val="000000"/>
                </a:solidFill>
                <a:latin typeface="+mj-lt"/>
              </a:rPr>
              <a:t>Staff</a:t>
            </a:r>
            <a:r>
              <a:rPr lang="en-US" u="sng" dirty="0">
                <a:latin typeface="+mj-lt"/>
              </a:rPr>
              <a:t> (</a:t>
            </a:r>
            <a:r>
              <a:rPr lang="en-US" u="sng" dirty="0">
                <a:solidFill>
                  <a:srgbClr val="000000"/>
                </a:solidFill>
                <a:latin typeface="+mj-lt"/>
              </a:rPr>
              <a:t>Cashier</a:t>
            </a:r>
            <a:r>
              <a:rPr lang="en-US" u="sng" dirty="0">
                <a:latin typeface="+mj-lt"/>
              </a:rPr>
              <a:t>) </a:t>
            </a:r>
            <a:r>
              <a:rPr lang="en-US" u="sng" dirty="0">
                <a:solidFill>
                  <a:srgbClr val="000000"/>
                </a:solidFill>
                <a:latin typeface="+mj-lt"/>
              </a:rPr>
              <a:t>Functions :</a:t>
            </a:r>
          </a:p>
        </p:txBody>
      </p:sp>
      <p:sp>
        <p:nvSpPr>
          <p:cNvPr id="716" name="Google Shape;716;p65"/>
          <p:cNvSpPr/>
          <p:nvPr/>
        </p:nvSpPr>
        <p:spPr>
          <a:xfrm>
            <a:off x="1421855" y="1180350"/>
            <a:ext cx="1746600" cy="27828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8" name="Google Shape;718;p65"/>
          <p:cNvCxnSpPr/>
          <p:nvPr/>
        </p:nvCxnSpPr>
        <p:spPr>
          <a:xfrm>
            <a:off x="1928918" y="2834475"/>
            <a:ext cx="732600" cy="0"/>
          </a:xfrm>
          <a:prstGeom prst="straightConnector1">
            <a:avLst/>
          </a:prstGeom>
          <a:noFill/>
          <a:ln w="19050" cap="flat" cmpd="sng">
            <a:solidFill>
              <a:schemeClr val="lt1"/>
            </a:solidFill>
            <a:prstDash val="dot"/>
            <a:round/>
            <a:headEnd type="none" w="med" len="med"/>
            <a:tailEnd type="none" w="med" len="med"/>
          </a:ln>
        </p:spPr>
      </p:cxnSp>
      <p:sp>
        <p:nvSpPr>
          <p:cNvPr id="719" name="Google Shape;719;p65"/>
          <p:cNvSpPr/>
          <p:nvPr/>
        </p:nvSpPr>
        <p:spPr>
          <a:xfrm>
            <a:off x="2196805" y="3101125"/>
            <a:ext cx="349725" cy="348275"/>
          </a:xfrm>
          <a:custGeom>
            <a:avLst/>
            <a:gdLst/>
            <a:ahLst/>
            <a:cxnLst/>
            <a:rect l="l" t="t" r="r" b="b"/>
            <a:pathLst>
              <a:path w="13989" h="13931" extrusionOk="0">
                <a:moveTo>
                  <a:pt x="3679" y="1"/>
                </a:moveTo>
                <a:cubicBezTo>
                  <a:pt x="2237" y="1"/>
                  <a:pt x="989" y="473"/>
                  <a:pt x="81" y="1380"/>
                </a:cubicBezTo>
                <a:cubicBezTo>
                  <a:pt x="28" y="1420"/>
                  <a:pt x="1" y="1487"/>
                  <a:pt x="1" y="1554"/>
                </a:cubicBezTo>
                <a:cubicBezTo>
                  <a:pt x="1" y="1621"/>
                  <a:pt x="28" y="1688"/>
                  <a:pt x="81" y="1742"/>
                </a:cubicBezTo>
                <a:lnTo>
                  <a:pt x="12190" y="13850"/>
                </a:lnTo>
                <a:cubicBezTo>
                  <a:pt x="12243" y="13904"/>
                  <a:pt x="12311" y="13930"/>
                  <a:pt x="12378" y="13930"/>
                </a:cubicBezTo>
                <a:cubicBezTo>
                  <a:pt x="12445" y="13930"/>
                  <a:pt x="12512" y="13904"/>
                  <a:pt x="12566" y="13850"/>
                </a:cubicBezTo>
                <a:cubicBezTo>
                  <a:pt x="13183" y="13232"/>
                  <a:pt x="13600" y="12441"/>
                  <a:pt x="13801" y="11514"/>
                </a:cubicBezTo>
                <a:cubicBezTo>
                  <a:pt x="13988" y="10642"/>
                  <a:pt x="13976" y="9676"/>
                  <a:pt x="13761" y="8642"/>
                </a:cubicBezTo>
                <a:cubicBezTo>
                  <a:pt x="13738" y="8528"/>
                  <a:pt x="13630" y="8444"/>
                  <a:pt x="13516" y="8444"/>
                </a:cubicBezTo>
                <a:cubicBezTo>
                  <a:pt x="13494" y="8444"/>
                  <a:pt x="13473" y="8447"/>
                  <a:pt x="13452" y="8454"/>
                </a:cubicBezTo>
                <a:cubicBezTo>
                  <a:pt x="13304" y="8480"/>
                  <a:pt x="13224" y="8615"/>
                  <a:pt x="13251" y="8763"/>
                </a:cubicBezTo>
                <a:cubicBezTo>
                  <a:pt x="13653" y="10601"/>
                  <a:pt x="13331" y="12199"/>
                  <a:pt x="12365" y="13300"/>
                </a:cubicBezTo>
                <a:lnTo>
                  <a:pt x="632" y="1568"/>
                </a:lnTo>
                <a:cubicBezTo>
                  <a:pt x="1441" y="860"/>
                  <a:pt x="2509" y="520"/>
                  <a:pt x="3692" y="520"/>
                </a:cubicBezTo>
                <a:cubicBezTo>
                  <a:pt x="5807" y="520"/>
                  <a:pt x="8288" y="1607"/>
                  <a:pt x="10310" y="3621"/>
                </a:cubicBezTo>
                <a:cubicBezTo>
                  <a:pt x="11545" y="4856"/>
                  <a:pt x="12472" y="6293"/>
                  <a:pt x="12982" y="7782"/>
                </a:cubicBezTo>
                <a:cubicBezTo>
                  <a:pt x="13013" y="7888"/>
                  <a:pt x="13112" y="7960"/>
                  <a:pt x="13218" y="7960"/>
                </a:cubicBezTo>
                <a:cubicBezTo>
                  <a:pt x="13246" y="7960"/>
                  <a:pt x="13276" y="7955"/>
                  <a:pt x="13304" y="7943"/>
                </a:cubicBezTo>
                <a:cubicBezTo>
                  <a:pt x="13439" y="7904"/>
                  <a:pt x="13519" y="7756"/>
                  <a:pt x="13465" y="7621"/>
                </a:cubicBezTo>
                <a:cubicBezTo>
                  <a:pt x="12929" y="6051"/>
                  <a:pt x="11962" y="4548"/>
                  <a:pt x="10673" y="3259"/>
                </a:cubicBezTo>
                <a:cubicBezTo>
                  <a:pt x="9022" y="1607"/>
                  <a:pt x="7022" y="494"/>
                  <a:pt x="5035" y="131"/>
                </a:cubicBezTo>
                <a:cubicBezTo>
                  <a:pt x="4568" y="44"/>
                  <a:pt x="4115"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AF2"/>
              </a:solidFill>
            </a:endParaRPr>
          </a:p>
        </p:txBody>
      </p:sp>
      <p:sp>
        <p:nvSpPr>
          <p:cNvPr id="720" name="Google Shape;720;p65"/>
          <p:cNvSpPr/>
          <p:nvPr/>
        </p:nvSpPr>
        <p:spPr>
          <a:xfrm>
            <a:off x="2134080" y="3158000"/>
            <a:ext cx="354725" cy="348125"/>
          </a:xfrm>
          <a:custGeom>
            <a:avLst/>
            <a:gdLst/>
            <a:ahLst/>
            <a:cxnLst/>
            <a:rect l="l" t="t" r="r" b="b"/>
            <a:pathLst>
              <a:path w="14189" h="13925" extrusionOk="0">
                <a:moveTo>
                  <a:pt x="1799" y="635"/>
                </a:moveTo>
                <a:lnTo>
                  <a:pt x="13544" y="12367"/>
                </a:lnTo>
                <a:cubicBezTo>
                  <a:pt x="12753" y="13052"/>
                  <a:pt x="11706" y="13415"/>
                  <a:pt x="10484" y="13415"/>
                </a:cubicBezTo>
                <a:cubicBezTo>
                  <a:pt x="8282" y="13415"/>
                  <a:pt x="5812" y="12246"/>
                  <a:pt x="3866" y="10300"/>
                </a:cubicBezTo>
                <a:cubicBezTo>
                  <a:pt x="2282" y="8729"/>
                  <a:pt x="1221" y="6823"/>
                  <a:pt x="872" y="4931"/>
                </a:cubicBezTo>
                <a:cubicBezTo>
                  <a:pt x="550" y="3198"/>
                  <a:pt x="886" y="1682"/>
                  <a:pt x="1799" y="635"/>
                </a:cubicBezTo>
                <a:close/>
                <a:moveTo>
                  <a:pt x="1797" y="0"/>
                </a:moveTo>
                <a:cubicBezTo>
                  <a:pt x="1732" y="0"/>
                  <a:pt x="1665" y="24"/>
                  <a:pt x="1611" y="71"/>
                </a:cubicBezTo>
                <a:cubicBezTo>
                  <a:pt x="443" y="1253"/>
                  <a:pt x="0" y="3011"/>
                  <a:pt x="362" y="5024"/>
                </a:cubicBezTo>
                <a:cubicBezTo>
                  <a:pt x="725" y="7011"/>
                  <a:pt x="1839" y="9012"/>
                  <a:pt x="3503" y="10676"/>
                </a:cubicBezTo>
                <a:cubicBezTo>
                  <a:pt x="5544" y="12716"/>
                  <a:pt x="8148" y="13925"/>
                  <a:pt x="10484" y="13925"/>
                </a:cubicBezTo>
                <a:cubicBezTo>
                  <a:pt x="11947" y="13925"/>
                  <a:pt x="13195" y="13454"/>
                  <a:pt x="14095" y="12555"/>
                </a:cubicBezTo>
                <a:cubicBezTo>
                  <a:pt x="14189" y="12448"/>
                  <a:pt x="14189" y="12287"/>
                  <a:pt x="14095" y="12192"/>
                </a:cubicBezTo>
                <a:lnTo>
                  <a:pt x="1973" y="71"/>
                </a:lnTo>
                <a:cubicBezTo>
                  <a:pt x="1926" y="24"/>
                  <a:pt x="1863" y="0"/>
                  <a:pt x="1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AF2"/>
              </a:solidFill>
            </a:endParaRPr>
          </a:p>
        </p:txBody>
      </p:sp>
      <p:sp>
        <p:nvSpPr>
          <p:cNvPr id="721" name="Google Shape;721;p65"/>
          <p:cNvSpPr/>
          <p:nvPr/>
        </p:nvSpPr>
        <p:spPr>
          <a:xfrm>
            <a:off x="2398830" y="3446375"/>
            <a:ext cx="13150" cy="12775"/>
          </a:xfrm>
          <a:custGeom>
            <a:avLst/>
            <a:gdLst/>
            <a:ahLst/>
            <a:cxnLst/>
            <a:rect l="l" t="t" r="r" b="b"/>
            <a:pathLst>
              <a:path w="526" h="511" extrusionOk="0">
                <a:moveTo>
                  <a:pt x="257" y="0"/>
                </a:moveTo>
                <a:cubicBezTo>
                  <a:pt x="122" y="0"/>
                  <a:pt x="1" y="120"/>
                  <a:pt x="1" y="255"/>
                </a:cubicBezTo>
                <a:cubicBezTo>
                  <a:pt x="1" y="403"/>
                  <a:pt x="122" y="510"/>
                  <a:pt x="257" y="510"/>
                </a:cubicBezTo>
                <a:cubicBezTo>
                  <a:pt x="404" y="510"/>
                  <a:pt x="525" y="403"/>
                  <a:pt x="525" y="255"/>
                </a:cubicBezTo>
                <a:cubicBezTo>
                  <a:pt x="525" y="120"/>
                  <a:pt x="404" y="0"/>
                  <a:pt x="2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AF2"/>
              </a:solidFill>
            </a:endParaRPr>
          </a:p>
        </p:txBody>
      </p:sp>
      <p:sp>
        <p:nvSpPr>
          <p:cNvPr id="722" name="Google Shape;722;p65"/>
          <p:cNvSpPr/>
          <p:nvPr/>
        </p:nvSpPr>
        <p:spPr>
          <a:xfrm>
            <a:off x="2362280" y="3446375"/>
            <a:ext cx="13100" cy="12775"/>
          </a:xfrm>
          <a:custGeom>
            <a:avLst/>
            <a:gdLst/>
            <a:ahLst/>
            <a:cxnLst/>
            <a:rect l="l" t="t" r="r" b="b"/>
            <a:pathLst>
              <a:path w="524" h="511" extrusionOk="0">
                <a:moveTo>
                  <a:pt x="255" y="0"/>
                </a:moveTo>
                <a:cubicBezTo>
                  <a:pt x="121" y="0"/>
                  <a:pt x="0" y="120"/>
                  <a:pt x="0" y="255"/>
                </a:cubicBezTo>
                <a:cubicBezTo>
                  <a:pt x="0" y="403"/>
                  <a:pt x="121" y="510"/>
                  <a:pt x="255" y="510"/>
                </a:cubicBezTo>
                <a:cubicBezTo>
                  <a:pt x="403" y="510"/>
                  <a:pt x="523" y="403"/>
                  <a:pt x="523" y="255"/>
                </a:cubicBezTo>
                <a:cubicBezTo>
                  <a:pt x="523" y="120"/>
                  <a:pt x="403" y="0"/>
                  <a:pt x="2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AF2"/>
              </a:solidFill>
            </a:endParaRPr>
          </a:p>
        </p:txBody>
      </p:sp>
      <p:sp>
        <p:nvSpPr>
          <p:cNvPr id="723" name="Google Shape;723;p65"/>
          <p:cNvSpPr/>
          <p:nvPr/>
        </p:nvSpPr>
        <p:spPr>
          <a:xfrm>
            <a:off x="2309930" y="3148000"/>
            <a:ext cx="13100" cy="13125"/>
          </a:xfrm>
          <a:custGeom>
            <a:avLst/>
            <a:gdLst/>
            <a:ahLst/>
            <a:cxnLst/>
            <a:rect l="l" t="t" r="r" b="b"/>
            <a:pathLst>
              <a:path w="524" h="525" extrusionOk="0">
                <a:moveTo>
                  <a:pt x="255" y="1"/>
                </a:moveTo>
                <a:cubicBezTo>
                  <a:pt x="120" y="1"/>
                  <a:pt x="0" y="122"/>
                  <a:pt x="0" y="269"/>
                </a:cubicBezTo>
                <a:cubicBezTo>
                  <a:pt x="0" y="404"/>
                  <a:pt x="120" y="525"/>
                  <a:pt x="255" y="525"/>
                </a:cubicBezTo>
                <a:cubicBezTo>
                  <a:pt x="403" y="525"/>
                  <a:pt x="523" y="404"/>
                  <a:pt x="523" y="269"/>
                </a:cubicBezTo>
                <a:cubicBezTo>
                  <a:pt x="523" y="122"/>
                  <a:pt x="403" y="1"/>
                  <a:pt x="2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AF2"/>
              </a:solidFill>
            </a:endParaRPr>
          </a:p>
        </p:txBody>
      </p:sp>
      <p:cxnSp>
        <p:nvCxnSpPr>
          <p:cNvPr id="14" name="Google Shape;2428;p117"/>
          <p:cNvCxnSpPr/>
          <p:nvPr/>
        </p:nvCxnSpPr>
        <p:spPr>
          <a:xfrm flipV="1">
            <a:off x="4364296" y="1197283"/>
            <a:ext cx="31680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230681815"/>
      </p:ext>
    </p:extLst>
  </p:cSld>
  <p:clrMapOvr>
    <a:masterClrMapping/>
  </p:clrMapOvr>
  <mc:AlternateContent xmlns:mc="http://schemas.openxmlformats.org/markup-compatibility/2006" xmlns:p14="http://schemas.microsoft.com/office/powerpoint/2010/main">
    <mc:Choice Requires="p14">
      <p:transition spd="med" p14:dur="700">
        <p:fade/>
        <p:sndAc>
          <p:stSnd>
            <p:snd r:embed="rId3" name="click.wav"/>
          </p:stSnd>
        </p:sndAc>
      </p:transition>
    </mc:Choice>
    <mc:Fallback xmlns="">
      <p:transition spd="med">
        <p:fade/>
        <p:sndAc>
          <p:stSnd>
            <p:snd r:embed="rId6" name="click.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62"/>
          <p:cNvSpPr txBox="1">
            <a:spLocks noGrp="1"/>
          </p:cNvSpPr>
          <p:nvPr>
            <p:ph type="title"/>
          </p:nvPr>
        </p:nvSpPr>
        <p:spPr>
          <a:xfrm>
            <a:off x="720000" y="34725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a:t>
            </a:r>
            <a:r>
              <a:rPr lang="en" dirty="0">
                <a:solidFill>
                  <a:schemeClr val="dk1"/>
                </a:solidFill>
              </a:rPr>
              <a:t>CONTENTS</a:t>
            </a:r>
            <a:endParaRPr dirty="0"/>
          </a:p>
        </p:txBody>
      </p:sp>
      <p:sp>
        <p:nvSpPr>
          <p:cNvPr id="663" name="Google Shape;663;p62"/>
          <p:cNvSpPr txBox="1">
            <a:spLocks noGrp="1"/>
          </p:cNvSpPr>
          <p:nvPr>
            <p:ph type="title" idx="2"/>
          </p:nvPr>
        </p:nvSpPr>
        <p:spPr>
          <a:xfrm>
            <a:off x="2447950" y="1221308"/>
            <a:ext cx="1602600" cy="65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01</a:t>
            </a:r>
            <a:endParaRPr dirty="0"/>
          </a:p>
        </p:txBody>
      </p:sp>
      <p:sp>
        <p:nvSpPr>
          <p:cNvPr id="664" name="Google Shape;664;p62"/>
          <p:cNvSpPr txBox="1">
            <a:spLocks noGrp="1"/>
          </p:cNvSpPr>
          <p:nvPr>
            <p:ph type="subTitle" idx="1"/>
          </p:nvPr>
        </p:nvSpPr>
        <p:spPr>
          <a:xfrm>
            <a:off x="2012350" y="2342364"/>
            <a:ext cx="2473800" cy="360000"/>
          </a:xfrm>
          <a:prstGeom prst="rect">
            <a:avLst/>
          </a:prstGeom>
          <a:noFill/>
          <a:ln>
            <a:noFill/>
          </a:ln>
        </p:spPr>
        <p:txBody>
          <a:bodyPr spcFirstLastPara="1" wrap="square" lIns="91425" tIns="91425" rIns="91425" bIns="91425" anchor="t" anchorCtr="0">
            <a:noAutofit/>
          </a:bodyPr>
          <a:lstStyle/>
          <a:p>
            <a:pPr marL="0" indent="0"/>
            <a:r>
              <a:rPr lang="en-US" dirty="0">
                <a:solidFill>
                  <a:schemeClr val="tx1">
                    <a:lumMod val="95000"/>
                    <a:lumOff val="5000"/>
                  </a:schemeClr>
                </a:solidFill>
                <a:latin typeface="Kenao Sans Serif" panose="020B0604020202020204" charset="-18"/>
              </a:rPr>
              <a:t>Studying existing systems.</a:t>
            </a:r>
          </a:p>
        </p:txBody>
      </p:sp>
      <p:sp>
        <p:nvSpPr>
          <p:cNvPr id="665" name="Google Shape;665;p62"/>
          <p:cNvSpPr txBox="1">
            <a:spLocks noGrp="1"/>
          </p:cNvSpPr>
          <p:nvPr>
            <p:ph type="subTitle" idx="3"/>
          </p:nvPr>
        </p:nvSpPr>
        <p:spPr>
          <a:xfrm>
            <a:off x="2012350" y="1943386"/>
            <a:ext cx="2473800" cy="39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Literature Review</a:t>
            </a:r>
            <a:endParaRPr sz="1600" dirty="0"/>
          </a:p>
        </p:txBody>
      </p:sp>
      <p:cxnSp>
        <p:nvCxnSpPr>
          <p:cNvPr id="666" name="Google Shape;666;p62"/>
          <p:cNvCxnSpPr>
            <a:cxnSpLocks/>
          </p:cNvCxnSpPr>
          <p:nvPr/>
        </p:nvCxnSpPr>
        <p:spPr>
          <a:xfrm>
            <a:off x="4478058" y="879490"/>
            <a:ext cx="2382744" cy="0"/>
          </a:xfrm>
          <a:prstGeom prst="straightConnector1">
            <a:avLst/>
          </a:prstGeom>
          <a:noFill/>
          <a:ln w="19050" cap="flat" cmpd="sng">
            <a:solidFill>
              <a:schemeClr val="dk1"/>
            </a:solidFill>
            <a:prstDash val="solid"/>
            <a:round/>
            <a:headEnd type="none" w="med" len="med"/>
            <a:tailEnd type="none" w="med" len="med"/>
          </a:ln>
        </p:spPr>
      </p:cxnSp>
      <p:sp>
        <p:nvSpPr>
          <p:cNvPr id="667" name="Google Shape;667;p62"/>
          <p:cNvSpPr txBox="1">
            <a:spLocks noGrp="1"/>
          </p:cNvSpPr>
          <p:nvPr>
            <p:ph type="title" idx="4"/>
          </p:nvPr>
        </p:nvSpPr>
        <p:spPr>
          <a:xfrm>
            <a:off x="5075939" y="2817474"/>
            <a:ext cx="1602600" cy="65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04</a:t>
            </a:r>
            <a:endParaRPr dirty="0"/>
          </a:p>
        </p:txBody>
      </p:sp>
      <p:sp>
        <p:nvSpPr>
          <p:cNvPr id="668" name="Google Shape;668;p62"/>
          <p:cNvSpPr txBox="1">
            <a:spLocks noGrp="1"/>
          </p:cNvSpPr>
          <p:nvPr>
            <p:ph type="subTitle" idx="5"/>
          </p:nvPr>
        </p:nvSpPr>
        <p:spPr>
          <a:xfrm>
            <a:off x="4690438" y="4096301"/>
            <a:ext cx="2340000" cy="384659"/>
          </a:xfrm>
          <a:prstGeom prst="rect">
            <a:avLst/>
          </a:prstGeom>
          <a:noFill/>
          <a:ln>
            <a:noFill/>
          </a:ln>
        </p:spPr>
        <p:txBody>
          <a:bodyPr spcFirstLastPara="1" wrap="square" lIns="91425" tIns="91425" rIns="91425" bIns="91425" anchor="t" anchorCtr="0">
            <a:noAutofit/>
          </a:bodyPr>
          <a:lstStyle/>
          <a:p>
            <a:pPr marL="0" indent="0"/>
            <a:r>
              <a:rPr lang="en-US" dirty="0">
                <a:solidFill>
                  <a:schemeClr val="tx1">
                    <a:lumMod val="95000"/>
                    <a:lumOff val="5000"/>
                  </a:schemeClr>
                </a:solidFill>
                <a:latin typeface="Kenao Sans Serif" panose="020B0604020202020204" charset="-18"/>
              </a:rPr>
              <a:t> Java, GUI, JDBC.</a:t>
            </a:r>
            <a:endParaRPr dirty="0">
              <a:solidFill>
                <a:schemeClr val="tx1">
                  <a:lumMod val="95000"/>
                  <a:lumOff val="5000"/>
                </a:schemeClr>
              </a:solidFill>
              <a:latin typeface="Kenao Sans Serif" panose="020B0604020202020204" charset="-18"/>
            </a:endParaRPr>
          </a:p>
        </p:txBody>
      </p:sp>
      <p:sp>
        <p:nvSpPr>
          <p:cNvPr id="669" name="Google Shape;669;p62"/>
          <p:cNvSpPr txBox="1">
            <a:spLocks noGrp="1"/>
          </p:cNvSpPr>
          <p:nvPr>
            <p:ph type="subTitle" idx="6"/>
          </p:nvPr>
        </p:nvSpPr>
        <p:spPr>
          <a:xfrm>
            <a:off x="4623538" y="3542933"/>
            <a:ext cx="2473800" cy="64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dirty="0"/>
              <a:t>Software Implementation</a:t>
            </a:r>
            <a:endParaRPr sz="1600" dirty="0"/>
          </a:p>
        </p:txBody>
      </p:sp>
      <p:sp>
        <p:nvSpPr>
          <p:cNvPr id="670" name="Google Shape;670;p62"/>
          <p:cNvSpPr txBox="1">
            <a:spLocks noGrp="1"/>
          </p:cNvSpPr>
          <p:nvPr>
            <p:ph type="title" idx="7"/>
          </p:nvPr>
        </p:nvSpPr>
        <p:spPr>
          <a:xfrm>
            <a:off x="5061598" y="1167956"/>
            <a:ext cx="1602600" cy="65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02</a:t>
            </a:r>
            <a:endParaRPr dirty="0"/>
          </a:p>
        </p:txBody>
      </p:sp>
      <p:sp>
        <p:nvSpPr>
          <p:cNvPr id="671" name="Google Shape;671;p62"/>
          <p:cNvSpPr txBox="1">
            <a:spLocks noGrp="1"/>
          </p:cNvSpPr>
          <p:nvPr>
            <p:ph type="subTitle" idx="8"/>
          </p:nvPr>
        </p:nvSpPr>
        <p:spPr>
          <a:xfrm>
            <a:off x="4642267" y="2217006"/>
            <a:ext cx="2473800" cy="572700"/>
          </a:xfrm>
          <a:prstGeom prst="rect">
            <a:avLst/>
          </a:prstGeom>
          <a:noFill/>
          <a:ln>
            <a:noFill/>
          </a:ln>
        </p:spPr>
        <p:txBody>
          <a:bodyPr spcFirstLastPara="1" wrap="square" lIns="91425" tIns="91425" rIns="91425" bIns="91425" anchor="t" anchorCtr="0">
            <a:noAutofit/>
          </a:bodyPr>
          <a:lstStyle/>
          <a:p>
            <a:pPr marL="0" indent="0"/>
            <a:r>
              <a:rPr lang="en-US" dirty="0">
                <a:solidFill>
                  <a:schemeClr val="tx1">
                    <a:lumMod val="95000"/>
                    <a:lumOff val="5000"/>
                  </a:schemeClr>
                </a:solidFill>
                <a:latin typeface="Kenao Sans Serif" panose="020B0604020202020204" charset="-18"/>
              </a:rPr>
              <a:t> Requirements, Functionalities, Design.</a:t>
            </a:r>
            <a:endParaRPr dirty="0">
              <a:solidFill>
                <a:schemeClr val="tx1">
                  <a:lumMod val="95000"/>
                  <a:lumOff val="5000"/>
                </a:schemeClr>
              </a:solidFill>
              <a:latin typeface="Kenao Sans Serif" panose="020B0604020202020204" charset="-18"/>
            </a:endParaRPr>
          </a:p>
        </p:txBody>
      </p:sp>
      <p:sp>
        <p:nvSpPr>
          <p:cNvPr id="676" name="Google Shape;676;p62"/>
          <p:cNvSpPr txBox="1">
            <a:spLocks noGrp="1"/>
          </p:cNvSpPr>
          <p:nvPr>
            <p:ph type="title" idx="16"/>
          </p:nvPr>
        </p:nvSpPr>
        <p:spPr>
          <a:xfrm>
            <a:off x="2445867" y="2693009"/>
            <a:ext cx="1602600" cy="65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03</a:t>
            </a:r>
            <a:endParaRPr dirty="0"/>
          </a:p>
        </p:txBody>
      </p:sp>
      <p:sp>
        <p:nvSpPr>
          <p:cNvPr id="677" name="Google Shape;677;p62"/>
          <p:cNvSpPr txBox="1">
            <a:spLocks noGrp="1"/>
          </p:cNvSpPr>
          <p:nvPr>
            <p:ph type="subTitle" idx="17"/>
          </p:nvPr>
        </p:nvSpPr>
        <p:spPr>
          <a:xfrm>
            <a:off x="2026878" y="4050833"/>
            <a:ext cx="2473800" cy="572700"/>
          </a:xfrm>
          <a:prstGeom prst="rect">
            <a:avLst/>
          </a:prstGeom>
        </p:spPr>
        <p:txBody>
          <a:bodyPr spcFirstLastPara="1" wrap="square" lIns="91425" tIns="91425" rIns="91425" bIns="91425" anchor="t" anchorCtr="0">
            <a:noAutofit/>
          </a:bodyPr>
          <a:lstStyle/>
          <a:p>
            <a:pPr marL="0" lvl="0" indent="0"/>
            <a:r>
              <a:rPr lang="en-US" dirty="0">
                <a:solidFill>
                  <a:schemeClr val="tx1">
                    <a:lumMod val="95000"/>
                    <a:lumOff val="5000"/>
                  </a:schemeClr>
                </a:solidFill>
                <a:latin typeface="Kenao Sans Serif" panose="020B0604020202020204" charset="-18"/>
              </a:rPr>
              <a:t> DBMS choice and MySQL tables.</a:t>
            </a:r>
            <a:endParaRPr dirty="0"/>
          </a:p>
        </p:txBody>
      </p:sp>
      <p:sp>
        <p:nvSpPr>
          <p:cNvPr id="678" name="Google Shape;678;p62"/>
          <p:cNvSpPr txBox="1">
            <a:spLocks noGrp="1"/>
          </p:cNvSpPr>
          <p:nvPr>
            <p:ph type="subTitle" idx="18"/>
          </p:nvPr>
        </p:nvSpPr>
        <p:spPr>
          <a:xfrm>
            <a:off x="2149738" y="3459288"/>
            <a:ext cx="2232000" cy="64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1600" dirty="0"/>
              <a:t>Database Implementation</a:t>
            </a:r>
          </a:p>
        </p:txBody>
      </p:sp>
      <p:cxnSp>
        <p:nvCxnSpPr>
          <p:cNvPr id="682" name="Google Shape;682;p62"/>
          <p:cNvCxnSpPr/>
          <p:nvPr/>
        </p:nvCxnSpPr>
        <p:spPr>
          <a:xfrm>
            <a:off x="2858848" y="1943386"/>
            <a:ext cx="792000" cy="0"/>
          </a:xfrm>
          <a:prstGeom prst="straightConnector1">
            <a:avLst/>
          </a:prstGeom>
          <a:noFill/>
          <a:ln w="19050" cap="flat" cmpd="sng">
            <a:solidFill>
              <a:schemeClr val="dk1"/>
            </a:solidFill>
            <a:prstDash val="solid"/>
            <a:round/>
            <a:headEnd type="none" w="med" len="med"/>
            <a:tailEnd type="none" w="med" len="med"/>
          </a:ln>
        </p:spPr>
      </p:cxnSp>
      <p:cxnSp>
        <p:nvCxnSpPr>
          <p:cNvPr id="683" name="Google Shape;683;p62"/>
          <p:cNvCxnSpPr/>
          <p:nvPr/>
        </p:nvCxnSpPr>
        <p:spPr>
          <a:xfrm>
            <a:off x="5477751" y="1894834"/>
            <a:ext cx="792000" cy="0"/>
          </a:xfrm>
          <a:prstGeom prst="straightConnector1">
            <a:avLst/>
          </a:prstGeom>
          <a:noFill/>
          <a:ln w="19050" cap="flat" cmpd="sng">
            <a:solidFill>
              <a:schemeClr val="dk1"/>
            </a:solidFill>
            <a:prstDash val="solid"/>
            <a:round/>
            <a:headEnd type="none" w="med" len="med"/>
            <a:tailEnd type="none" w="med" len="med"/>
          </a:ln>
        </p:spPr>
      </p:cxnSp>
      <p:cxnSp>
        <p:nvCxnSpPr>
          <p:cNvPr id="684" name="Google Shape;684;p62"/>
          <p:cNvCxnSpPr/>
          <p:nvPr/>
        </p:nvCxnSpPr>
        <p:spPr>
          <a:xfrm>
            <a:off x="2848776" y="3405698"/>
            <a:ext cx="792000" cy="0"/>
          </a:xfrm>
          <a:prstGeom prst="straightConnector1">
            <a:avLst/>
          </a:prstGeom>
          <a:noFill/>
          <a:ln w="19050" cap="flat" cmpd="sng">
            <a:solidFill>
              <a:schemeClr val="dk1"/>
            </a:solidFill>
            <a:prstDash val="solid"/>
            <a:round/>
            <a:headEnd type="none" w="med" len="med"/>
            <a:tailEnd type="none" w="med" len="med"/>
          </a:ln>
        </p:spPr>
      </p:cxnSp>
      <p:cxnSp>
        <p:nvCxnSpPr>
          <p:cNvPr id="685" name="Google Shape;685;p62"/>
          <p:cNvCxnSpPr/>
          <p:nvPr/>
        </p:nvCxnSpPr>
        <p:spPr>
          <a:xfrm>
            <a:off x="5538372" y="3542933"/>
            <a:ext cx="683700" cy="0"/>
          </a:xfrm>
          <a:prstGeom prst="straightConnector1">
            <a:avLst/>
          </a:prstGeom>
          <a:noFill/>
          <a:ln w="19050" cap="flat" cmpd="sng">
            <a:solidFill>
              <a:schemeClr val="dk1"/>
            </a:solidFill>
            <a:prstDash val="solid"/>
            <a:round/>
            <a:headEnd type="none" w="med" len="med"/>
            <a:tailEnd type="none" w="med" len="med"/>
          </a:ln>
        </p:spPr>
      </p:cxnSp>
      <p:sp>
        <p:nvSpPr>
          <p:cNvPr id="2" name="Subtitle 1"/>
          <p:cNvSpPr>
            <a:spLocks noGrp="1"/>
          </p:cNvSpPr>
          <p:nvPr>
            <p:ph type="subTitle" idx="9"/>
          </p:nvPr>
        </p:nvSpPr>
        <p:spPr>
          <a:xfrm>
            <a:off x="4636851" y="1895232"/>
            <a:ext cx="2473800" cy="396000"/>
          </a:xfrm>
        </p:spPr>
        <p:txBody>
          <a:bodyPr/>
          <a:lstStyle/>
          <a:p>
            <a:r>
              <a:rPr lang="en-US" sz="1600" dirty="0"/>
              <a:t>System Analysis</a:t>
            </a:r>
          </a:p>
        </p:txBody>
      </p:sp>
      <p:grpSp>
        <p:nvGrpSpPr>
          <p:cNvPr id="20" name="Google Shape;818;p71"/>
          <p:cNvGrpSpPr/>
          <p:nvPr/>
        </p:nvGrpSpPr>
        <p:grpSpPr>
          <a:xfrm>
            <a:off x="418782" y="413971"/>
            <a:ext cx="251776" cy="341009"/>
            <a:chOff x="7425525" y="1708325"/>
            <a:chExt cx="293350" cy="405100"/>
          </a:xfrm>
        </p:grpSpPr>
        <p:sp>
          <p:nvSpPr>
            <p:cNvPr id="21" name="Google Shape;819;p71"/>
            <p:cNvSpPr/>
            <p:nvPr/>
          </p:nvSpPr>
          <p:spPr>
            <a:xfrm>
              <a:off x="7510425" y="1894250"/>
              <a:ext cx="123525" cy="119500"/>
            </a:xfrm>
            <a:custGeom>
              <a:avLst/>
              <a:gdLst/>
              <a:ahLst/>
              <a:cxnLst/>
              <a:rect l="l" t="t" r="r" b="b"/>
              <a:pathLst>
                <a:path w="4941" h="4780" extrusionOk="0">
                  <a:moveTo>
                    <a:pt x="1706" y="524"/>
                  </a:moveTo>
                  <a:cubicBezTo>
                    <a:pt x="2296" y="524"/>
                    <a:pt x="2968" y="833"/>
                    <a:pt x="3491" y="1370"/>
                  </a:cubicBezTo>
                  <a:cubicBezTo>
                    <a:pt x="3934" y="1799"/>
                    <a:pt x="4216" y="2323"/>
                    <a:pt x="4310" y="2819"/>
                  </a:cubicBezTo>
                  <a:cubicBezTo>
                    <a:pt x="4377" y="3182"/>
                    <a:pt x="4337" y="3505"/>
                    <a:pt x="4203" y="3759"/>
                  </a:cubicBezTo>
                  <a:lnTo>
                    <a:pt x="2511" y="2068"/>
                  </a:lnTo>
                  <a:cubicBezTo>
                    <a:pt x="2464" y="2021"/>
                    <a:pt x="2400" y="1998"/>
                    <a:pt x="2335" y="1998"/>
                  </a:cubicBezTo>
                  <a:cubicBezTo>
                    <a:pt x="2269" y="1998"/>
                    <a:pt x="2202" y="2021"/>
                    <a:pt x="2148" y="2068"/>
                  </a:cubicBezTo>
                  <a:cubicBezTo>
                    <a:pt x="2055" y="2175"/>
                    <a:pt x="2055" y="2336"/>
                    <a:pt x="2148" y="2431"/>
                  </a:cubicBezTo>
                  <a:lnTo>
                    <a:pt x="3827" y="4122"/>
                  </a:lnTo>
                  <a:cubicBezTo>
                    <a:pt x="3666" y="4215"/>
                    <a:pt x="3464" y="4269"/>
                    <a:pt x="3236" y="4269"/>
                  </a:cubicBezTo>
                  <a:cubicBezTo>
                    <a:pt x="2645" y="4269"/>
                    <a:pt x="1974" y="3947"/>
                    <a:pt x="1450" y="3424"/>
                  </a:cubicBezTo>
                  <a:cubicBezTo>
                    <a:pt x="1021" y="2980"/>
                    <a:pt x="725" y="2470"/>
                    <a:pt x="632" y="1960"/>
                  </a:cubicBezTo>
                  <a:cubicBezTo>
                    <a:pt x="564" y="1598"/>
                    <a:pt x="605" y="1276"/>
                    <a:pt x="739" y="1035"/>
                  </a:cubicBezTo>
                  <a:lnTo>
                    <a:pt x="1423" y="1706"/>
                  </a:lnTo>
                  <a:cubicBezTo>
                    <a:pt x="1464" y="1759"/>
                    <a:pt x="1531" y="1786"/>
                    <a:pt x="1598" y="1786"/>
                  </a:cubicBezTo>
                  <a:cubicBezTo>
                    <a:pt x="1665" y="1786"/>
                    <a:pt x="1733" y="1759"/>
                    <a:pt x="1786" y="1706"/>
                  </a:cubicBezTo>
                  <a:cubicBezTo>
                    <a:pt x="1880" y="1598"/>
                    <a:pt x="1880" y="1437"/>
                    <a:pt x="1786" y="1343"/>
                  </a:cubicBezTo>
                  <a:lnTo>
                    <a:pt x="1115" y="672"/>
                  </a:lnTo>
                  <a:cubicBezTo>
                    <a:pt x="1276" y="578"/>
                    <a:pt x="1477" y="524"/>
                    <a:pt x="1706" y="524"/>
                  </a:cubicBezTo>
                  <a:close/>
                  <a:moveTo>
                    <a:pt x="1706" y="0"/>
                  </a:moveTo>
                  <a:cubicBezTo>
                    <a:pt x="1235" y="0"/>
                    <a:pt x="833" y="161"/>
                    <a:pt x="537" y="457"/>
                  </a:cubicBezTo>
                  <a:cubicBezTo>
                    <a:pt x="149" y="847"/>
                    <a:pt x="0" y="1410"/>
                    <a:pt x="122" y="2055"/>
                  </a:cubicBezTo>
                  <a:cubicBezTo>
                    <a:pt x="229" y="2658"/>
                    <a:pt x="578" y="3276"/>
                    <a:pt x="1074" y="3786"/>
                  </a:cubicBezTo>
                  <a:cubicBezTo>
                    <a:pt x="1706" y="4403"/>
                    <a:pt x="2511" y="4779"/>
                    <a:pt x="3236" y="4779"/>
                  </a:cubicBezTo>
                  <a:cubicBezTo>
                    <a:pt x="3705" y="4779"/>
                    <a:pt x="4108" y="4618"/>
                    <a:pt x="4403" y="4323"/>
                  </a:cubicBezTo>
                  <a:cubicBezTo>
                    <a:pt x="4793" y="3947"/>
                    <a:pt x="4940" y="3370"/>
                    <a:pt x="4820" y="2726"/>
                  </a:cubicBezTo>
                  <a:cubicBezTo>
                    <a:pt x="4713" y="2121"/>
                    <a:pt x="4364" y="1504"/>
                    <a:pt x="3867" y="1008"/>
                  </a:cubicBezTo>
                  <a:cubicBezTo>
                    <a:pt x="3236" y="376"/>
                    <a:pt x="2431" y="0"/>
                    <a:pt x="1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20;p71"/>
            <p:cNvSpPr/>
            <p:nvPr/>
          </p:nvSpPr>
          <p:spPr>
            <a:xfrm>
              <a:off x="7425525" y="1708325"/>
              <a:ext cx="293350" cy="405100"/>
            </a:xfrm>
            <a:custGeom>
              <a:avLst/>
              <a:gdLst/>
              <a:ahLst/>
              <a:cxnLst/>
              <a:rect l="l" t="t" r="r" b="b"/>
              <a:pathLst>
                <a:path w="11734" h="16204" extrusionOk="0">
                  <a:moveTo>
                    <a:pt x="9720" y="525"/>
                  </a:moveTo>
                  <a:lnTo>
                    <a:pt x="10189" y="2390"/>
                  </a:lnTo>
                  <a:cubicBezTo>
                    <a:pt x="10216" y="2511"/>
                    <a:pt x="10323" y="2592"/>
                    <a:pt x="10431" y="2592"/>
                  </a:cubicBezTo>
                  <a:lnTo>
                    <a:pt x="11209" y="2592"/>
                  </a:lnTo>
                  <a:lnTo>
                    <a:pt x="11209" y="3451"/>
                  </a:lnTo>
                  <a:lnTo>
                    <a:pt x="524" y="3451"/>
                  </a:lnTo>
                  <a:lnTo>
                    <a:pt x="524" y="2592"/>
                  </a:lnTo>
                  <a:lnTo>
                    <a:pt x="9397" y="2592"/>
                  </a:lnTo>
                  <a:cubicBezTo>
                    <a:pt x="9545" y="2592"/>
                    <a:pt x="9666" y="2471"/>
                    <a:pt x="9666" y="2336"/>
                  </a:cubicBezTo>
                  <a:cubicBezTo>
                    <a:pt x="9666" y="2189"/>
                    <a:pt x="9545" y="2068"/>
                    <a:pt x="9397" y="2068"/>
                  </a:cubicBezTo>
                  <a:lnTo>
                    <a:pt x="1625" y="2068"/>
                  </a:lnTo>
                  <a:lnTo>
                    <a:pt x="2014" y="525"/>
                  </a:lnTo>
                  <a:close/>
                  <a:moveTo>
                    <a:pt x="10672" y="3974"/>
                  </a:moveTo>
                  <a:lnTo>
                    <a:pt x="10525" y="5692"/>
                  </a:lnTo>
                  <a:lnTo>
                    <a:pt x="1209" y="5692"/>
                  </a:lnTo>
                  <a:lnTo>
                    <a:pt x="1061" y="3974"/>
                  </a:lnTo>
                  <a:close/>
                  <a:moveTo>
                    <a:pt x="9827" y="13961"/>
                  </a:moveTo>
                  <a:lnTo>
                    <a:pt x="9679" y="15694"/>
                  </a:lnTo>
                  <a:lnTo>
                    <a:pt x="2054" y="15694"/>
                  </a:lnTo>
                  <a:lnTo>
                    <a:pt x="1907" y="13961"/>
                  </a:lnTo>
                  <a:close/>
                  <a:moveTo>
                    <a:pt x="1812" y="1"/>
                  </a:moveTo>
                  <a:cubicBezTo>
                    <a:pt x="1692" y="1"/>
                    <a:pt x="1598" y="81"/>
                    <a:pt x="1571" y="202"/>
                  </a:cubicBezTo>
                  <a:lnTo>
                    <a:pt x="1102" y="2068"/>
                  </a:lnTo>
                  <a:lnTo>
                    <a:pt x="269" y="2068"/>
                  </a:lnTo>
                  <a:cubicBezTo>
                    <a:pt x="121" y="2068"/>
                    <a:pt x="1" y="2189"/>
                    <a:pt x="1" y="2336"/>
                  </a:cubicBezTo>
                  <a:lnTo>
                    <a:pt x="1" y="3706"/>
                  </a:lnTo>
                  <a:cubicBezTo>
                    <a:pt x="1" y="3854"/>
                    <a:pt x="121" y="3974"/>
                    <a:pt x="269" y="3974"/>
                  </a:cubicBezTo>
                  <a:lnTo>
                    <a:pt x="538" y="3974"/>
                  </a:lnTo>
                  <a:lnTo>
                    <a:pt x="994" y="9331"/>
                  </a:lnTo>
                  <a:cubicBezTo>
                    <a:pt x="1007" y="9478"/>
                    <a:pt x="1128" y="9572"/>
                    <a:pt x="1249" y="9572"/>
                  </a:cubicBezTo>
                  <a:lnTo>
                    <a:pt x="1276" y="9572"/>
                  </a:lnTo>
                  <a:cubicBezTo>
                    <a:pt x="1424" y="9558"/>
                    <a:pt x="1531" y="9438"/>
                    <a:pt x="1517" y="9290"/>
                  </a:cubicBezTo>
                  <a:lnTo>
                    <a:pt x="1249" y="6216"/>
                  </a:lnTo>
                  <a:lnTo>
                    <a:pt x="10484" y="6216"/>
                  </a:lnTo>
                  <a:lnTo>
                    <a:pt x="9867" y="13451"/>
                  </a:lnTo>
                  <a:lnTo>
                    <a:pt x="1866" y="13451"/>
                  </a:lnTo>
                  <a:lnTo>
                    <a:pt x="1598" y="10324"/>
                  </a:lnTo>
                  <a:cubicBezTo>
                    <a:pt x="1586" y="10185"/>
                    <a:pt x="1477" y="10081"/>
                    <a:pt x="1342" y="10081"/>
                  </a:cubicBezTo>
                  <a:cubicBezTo>
                    <a:pt x="1333" y="10081"/>
                    <a:pt x="1325" y="10082"/>
                    <a:pt x="1316" y="10082"/>
                  </a:cubicBezTo>
                  <a:cubicBezTo>
                    <a:pt x="1182" y="10095"/>
                    <a:pt x="1075" y="10230"/>
                    <a:pt x="1088" y="10364"/>
                  </a:cubicBezTo>
                  <a:lnTo>
                    <a:pt x="1558" y="15975"/>
                  </a:lnTo>
                  <a:cubicBezTo>
                    <a:pt x="1571" y="16109"/>
                    <a:pt x="1678" y="16204"/>
                    <a:pt x="1812" y="16204"/>
                  </a:cubicBezTo>
                  <a:lnTo>
                    <a:pt x="9920" y="16204"/>
                  </a:lnTo>
                  <a:cubicBezTo>
                    <a:pt x="10055" y="16204"/>
                    <a:pt x="10162" y="16109"/>
                    <a:pt x="10176" y="15975"/>
                  </a:cubicBezTo>
                  <a:lnTo>
                    <a:pt x="11196" y="3974"/>
                  </a:lnTo>
                  <a:lnTo>
                    <a:pt x="11465" y="3974"/>
                  </a:lnTo>
                  <a:cubicBezTo>
                    <a:pt x="11612" y="3974"/>
                    <a:pt x="11733" y="3854"/>
                    <a:pt x="11733" y="3706"/>
                  </a:cubicBezTo>
                  <a:lnTo>
                    <a:pt x="11733" y="2336"/>
                  </a:lnTo>
                  <a:cubicBezTo>
                    <a:pt x="11733" y="2189"/>
                    <a:pt x="11612" y="2068"/>
                    <a:pt x="11465" y="2068"/>
                  </a:cubicBezTo>
                  <a:lnTo>
                    <a:pt x="10632" y="2068"/>
                  </a:lnTo>
                  <a:lnTo>
                    <a:pt x="10176" y="202"/>
                  </a:lnTo>
                  <a:cubicBezTo>
                    <a:pt x="10135" y="81"/>
                    <a:pt x="10042" y="1"/>
                    <a:pt x="9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 name="Group 4"/>
          <p:cNvGrpSpPr/>
          <p:nvPr/>
        </p:nvGrpSpPr>
        <p:grpSpPr>
          <a:xfrm>
            <a:off x="8377993" y="4468255"/>
            <a:ext cx="324000" cy="324000"/>
            <a:chOff x="8424000" y="4439952"/>
            <a:chExt cx="405075" cy="405100"/>
          </a:xfrm>
        </p:grpSpPr>
        <p:sp>
          <p:nvSpPr>
            <p:cNvPr id="24" name="Google Shape;810;p71"/>
            <p:cNvSpPr/>
            <p:nvPr/>
          </p:nvSpPr>
          <p:spPr>
            <a:xfrm>
              <a:off x="8714950" y="4465802"/>
              <a:ext cx="77550" cy="77550"/>
            </a:xfrm>
            <a:custGeom>
              <a:avLst/>
              <a:gdLst/>
              <a:ahLst/>
              <a:cxnLst/>
              <a:rect l="l" t="t" r="r" b="b"/>
              <a:pathLst>
                <a:path w="3102" h="3102" extrusionOk="0">
                  <a:moveTo>
                    <a:pt x="1544" y="524"/>
                  </a:moveTo>
                  <a:cubicBezTo>
                    <a:pt x="2121" y="524"/>
                    <a:pt x="2578" y="980"/>
                    <a:pt x="2578" y="1558"/>
                  </a:cubicBezTo>
                  <a:cubicBezTo>
                    <a:pt x="2578" y="2122"/>
                    <a:pt x="2121" y="2591"/>
                    <a:pt x="1544" y="2591"/>
                  </a:cubicBezTo>
                  <a:cubicBezTo>
                    <a:pt x="1061" y="2591"/>
                    <a:pt x="659" y="2256"/>
                    <a:pt x="537" y="1812"/>
                  </a:cubicBezTo>
                  <a:lnTo>
                    <a:pt x="1799" y="1812"/>
                  </a:lnTo>
                  <a:cubicBezTo>
                    <a:pt x="1947" y="1812"/>
                    <a:pt x="2067" y="1692"/>
                    <a:pt x="2067" y="1558"/>
                  </a:cubicBezTo>
                  <a:cubicBezTo>
                    <a:pt x="2067" y="1410"/>
                    <a:pt x="1947" y="1302"/>
                    <a:pt x="1799" y="1302"/>
                  </a:cubicBezTo>
                  <a:lnTo>
                    <a:pt x="537" y="1302"/>
                  </a:lnTo>
                  <a:cubicBezTo>
                    <a:pt x="659" y="846"/>
                    <a:pt x="1061" y="524"/>
                    <a:pt x="1544" y="524"/>
                  </a:cubicBezTo>
                  <a:close/>
                  <a:moveTo>
                    <a:pt x="1544" y="1"/>
                  </a:moveTo>
                  <a:cubicBezTo>
                    <a:pt x="685" y="1"/>
                    <a:pt x="0" y="699"/>
                    <a:pt x="0" y="1558"/>
                  </a:cubicBezTo>
                  <a:cubicBezTo>
                    <a:pt x="0" y="2417"/>
                    <a:pt x="685" y="3101"/>
                    <a:pt x="1544" y="3101"/>
                  </a:cubicBezTo>
                  <a:cubicBezTo>
                    <a:pt x="2404" y="3101"/>
                    <a:pt x="3102" y="2417"/>
                    <a:pt x="3102" y="1558"/>
                  </a:cubicBezTo>
                  <a:cubicBezTo>
                    <a:pt x="3102" y="699"/>
                    <a:pt x="2404" y="1"/>
                    <a:pt x="15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811;p71"/>
            <p:cNvSpPr/>
            <p:nvPr/>
          </p:nvSpPr>
          <p:spPr>
            <a:xfrm>
              <a:off x="8500163" y="4659902"/>
              <a:ext cx="145000" cy="86300"/>
            </a:xfrm>
            <a:custGeom>
              <a:avLst/>
              <a:gdLst/>
              <a:ahLst/>
              <a:cxnLst/>
              <a:rect l="l" t="t" r="r" b="b"/>
              <a:pathLst>
                <a:path w="5800" h="3452" extrusionOk="0">
                  <a:moveTo>
                    <a:pt x="1141" y="511"/>
                  </a:moveTo>
                  <a:lnTo>
                    <a:pt x="1141" y="1115"/>
                  </a:lnTo>
                  <a:cubicBezTo>
                    <a:pt x="1141" y="1262"/>
                    <a:pt x="1155" y="1411"/>
                    <a:pt x="1182" y="1545"/>
                  </a:cubicBezTo>
                  <a:cubicBezTo>
                    <a:pt x="806" y="1491"/>
                    <a:pt x="524" y="1169"/>
                    <a:pt x="524" y="779"/>
                  </a:cubicBezTo>
                  <a:cubicBezTo>
                    <a:pt x="524" y="686"/>
                    <a:pt x="538" y="591"/>
                    <a:pt x="565" y="511"/>
                  </a:cubicBezTo>
                  <a:close/>
                  <a:moveTo>
                    <a:pt x="5276" y="511"/>
                  </a:moveTo>
                  <a:lnTo>
                    <a:pt x="5276" y="1115"/>
                  </a:lnTo>
                  <a:cubicBezTo>
                    <a:pt x="5276" y="2122"/>
                    <a:pt x="4470" y="2927"/>
                    <a:pt x="3464" y="2927"/>
                  </a:cubicBezTo>
                  <a:cubicBezTo>
                    <a:pt x="2471" y="2927"/>
                    <a:pt x="1665" y="2122"/>
                    <a:pt x="1665" y="1115"/>
                  </a:cubicBezTo>
                  <a:lnTo>
                    <a:pt x="1665" y="511"/>
                  </a:lnTo>
                  <a:close/>
                  <a:moveTo>
                    <a:pt x="404" y="1"/>
                  </a:moveTo>
                  <a:cubicBezTo>
                    <a:pt x="309" y="1"/>
                    <a:pt x="216" y="41"/>
                    <a:pt x="175" y="122"/>
                  </a:cubicBezTo>
                  <a:cubicBezTo>
                    <a:pt x="55" y="323"/>
                    <a:pt x="1" y="551"/>
                    <a:pt x="1" y="779"/>
                  </a:cubicBezTo>
                  <a:cubicBezTo>
                    <a:pt x="1" y="1491"/>
                    <a:pt x="578" y="2068"/>
                    <a:pt x="1290" y="2068"/>
                  </a:cubicBezTo>
                  <a:lnTo>
                    <a:pt x="1343" y="2068"/>
                  </a:lnTo>
                  <a:cubicBezTo>
                    <a:pt x="1705" y="2873"/>
                    <a:pt x="2525" y="3451"/>
                    <a:pt x="3464" y="3451"/>
                  </a:cubicBezTo>
                  <a:cubicBezTo>
                    <a:pt x="4753" y="3451"/>
                    <a:pt x="5800" y="2404"/>
                    <a:pt x="5800" y="1115"/>
                  </a:cubicBezTo>
                  <a:lnTo>
                    <a:pt x="5800" y="256"/>
                  </a:lnTo>
                  <a:cubicBezTo>
                    <a:pt x="5800" y="108"/>
                    <a:pt x="5679" y="1"/>
                    <a:pt x="55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812;p71"/>
            <p:cNvSpPr/>
            <p:nvPr/>
          </p:nvSpPr>
          <p:spPr>
            <a:xfrm>
              <a:off x="8505875" y="4832277"/>
              <a:ext cx="47325" cy="12775"/>
            </a:xfrm>
            <a:custGeom>
              <a:avLst/>
              <a:gdLst/>
              <a:ahLst/>
              <a:cxnLst/>
              <a:rect l="l" t="t" r="r" b="b"/>
              <a:pathLst>
                <a:path w="1893" h="511" extrusionOk="0">
                  <a:moveTo>
                    <a:pt x="255" y="1"/>
                  </a:moveTo>
                  <a:cubicBezTo>
                    <a:pt x="108" y="1"/>
                    <a:pt x="1" y="108"/>
                    <a:pt x="1" y="255"/>
                  </a:cubicBezTo>
                  <a:cubicBezTo>
                    <a:pt x="1" y="403"/>
                    <a:pt x="108" y="511"/>
                    <a:pt x="255" y="511"/>
                  </a:cubicBezTo>
                  <a:lnTo>
                    <a:pt x="1638" y="511"/>
                  </a:lnTo>
                  <a:cubicBezTo>
                    <a:pt x="1773" y="511"/>
                    <a:pt x="1893" y="403"/>
                    <a:pt x="1893" y="255"/>
                  </a:cubicBezTo>
                  <a:cubicBezTo>
                    <a:pt x="1893" y="108"/>
                    <a:pt x="1773" y="1"/>
                    <a:pt x="16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813;p71"/>
            <p:cNvSpPr/>
            <p:nvPr/>
          </p:nvSpPr>
          <p:spPr>
            <a:xfrm>
              <a:off x="8768650" y="4832277"/>
              <a:ext cx="47350" cy="12775"/>
            </a:xfrm>
            <a:custGeom>
              <a:avLst/>
              <a:gdLst/>
              <a:ahLst/>
              <a:cxnLst/>
              <a:rect l="l" t="t" r="r" b="b"/>
              <a:pathLst>
                <a:path w="1894" h="511" extrusionOk="0">
                  <a:moveTo>
                    <a:pt x="256" y="1"/>
                  </a:moveTo>
                  <a:cubicBezTo>
                    <a:pt x="121" y="1"/>
                    <a:pt x="0" y="108"/>
                    <a:pt x="0" y="255"/>
                  </a:cubicBezTo>
                  <a:cubicBezTo>
                    <a:pt x="0" y="403"/>
                    <a:pt x="121" y="511"/>
                    <a:pt x="256" y="511"/>
                  </a:cubicBezTo>
                  <a:lnTo>
                    <a:pt x="1638" y="511"/>
                  </a:lnTo>
                  <a:cubicBezTo>
                    <a:pt x="1786" y="511"/>
                    <a:pt x="1893" y="403"/>
                    <a:pt x="1893" y="255"/>
                  </a:cubicBezTo>
                  <a:cubicBezTo>
                    <a:pt x="1893" y="108"/>
                    <a:pt x="1786" y="1"/>
                    <a:pt x="16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814;p71"/>
            <p:cNvSpPr/>
            <p:nvPr/>
          </p:nvSpPr>
          <p:spPr>
            <a:xfrm>
              <a:off x="8424000" y="4439952"/>
              <a:ext cx="405075" cy="379250"/>
            </a:xfrm>
            <a:custGeom>
              <a:avLst/>
              <a:gdLst/>
              <a:ahLst/>
              <a:cxnLst/>
              <a:rect l="l" t="t" r="r" b="b"/>
              <a:pathLst>
                <a:path w="16203" h="15170" extrusionOk="0">
                  <a:moveTo>
                    <a:pt x="8094" y="4135"/>
                  </a:moveTo>
                  <a:lnTo>
                    <a:pt x="8094" y="5438"/>
                  </a:lnTo>
                  <a:cubicBezTo>
                    <a:pt x="8094" y="5572"/>
                    <a:pt x="7987" y="5692"/>
                    <a:pt x="7840" y="5692"/>
                  </a:cubicBezTo>
                  <a:lnTo>
                    <a:pt x="5597" y="5692"/>
                  </a:lnTo>
                  <a:cubicBezTo>
                    <a:pt x="5450" y="5692"/>
                    <a:pt x="5343" y="5572"/>
                    <a:pt x="5343" y="5438"/>
                  </a:cubicBezTo>
                  <a:lnTo>
                    <a:pt x="5343" y="4135"/>
                  </a:lnTo>
                  <a:close/>
                  <a:moveTo>
                    <a:pt x="510" y="4941"/>
                  </a:moveTo>
                  <a:lnTo>
                    <a:pt x="3786" y="5155"/>
                  </a:lnTo>
                  <a:lnTo>
                    <a:pt x="3786" y="5706"/>
                  </a:lnTo>
                  <a:lnTo>
                    <a:pt x="510" y="5934"/>
                  </a:lnTo>
                  <a:lnTo>
                    <a:pt x="510" y="4941"/>
                  </a:lnTo>
                  <a:close/>
                  <a:moveTo>
                    <a:pt x="15679" y="525"/>
                  </a:moveTo>
                  <a:lnTo>
                    <a:pt x="15679" y="14659"/>
                  </a:lnTo>
                  <a:lnTo>
                    <a:pt x="3276" y="14659"/>
                  </a:lnTo>
                  <a:lnTo>
                    <a:pt x="3276" y="13358"/>
                  </a:lnTo>
                  <a:cubicBezTo>
                    <a:pt x="3276" y="12941"/>
                    <a:pt x="3625" y="12592"/>
                    <a:pt x="4040" y="12592"/>
                  </a:cubicBezTo>
                  <a:lnTo>
                    <a:pt x="10162" y="12592"/>
                  </a:lnTo>
                  <a:lnTo>
                    <a:pt x="10162" y="13881"/>
                  </a:lnTo>
                  <a:cubicBezTo>
                    <a:pt x="10162" y="14029"/>
                    <a:pt x="10283" y="14136"/>
                    <a:pt x="10430" y="14136"/>
                  </a:cubicBezTo>
                  <a:cubicBezTo>
                    <a:pt x="10564" y="14136"/>
                    <a:pt x="10686" y="14029"/>
                    <a:pt x="10686" y="13881"/>
                  </a:cubicBezTo>
                  <a:lnTo>
                    <a:pt x="10686" y="3881"/>
                  </a:lnTo>
                  <a:cubicBezTo>
                    <a:pt x="10686" y="3746"/>
                    <a:pt x="10564" y="3625"/>
                    <a:pt x="10430" y="3625"/>
                  </a:cubicBezTo>
                  <a:lnTo>
                    <a:pt x="4040" y="3625"/>
                  </a:lnTo>
                  <a:cubicBezTo>
                    <a:pt x="3625" y="3625"/>
                    <a:pt x="3276" y="3276"/>
                    <a:pt x="3276" y="2846"/>
                  </a:cubicBezTo>
                  <a:lnTo>
                    <a:pt x="3276" y="525"/>
                  </a:lnTo>
                  <a:close/>
                  <a:moveTo>
                    <a:pt x="3007" y="1"/>
                  </a:moveTo>
                  <a:cubicBezTo>
                    <a:pt x="2873" y="1"/>
                    <a:pt x="2752" y="122"/>
                    <a:pt x="2752" y="256"/>
                  </a:cubicBezTo>
                  <a:lnTo>
                    <a:pt x="2752" y="2846"/>
                  </a:lnTo>
                  <a:cubicBezTo>
                    <a:pt x="2752" y="3558"/>
                    <a:pt x="3329" y="4135"/>
                    <a:pt x="4040" y="4135"/>
                  </a:cubicBezTo>
                  <a:lnTo>
                    <a:pt x="4819" y="4135"/>
                  </a:lnTo>
                  <a:lnTo>
                    <a:pt x="4819" y="5169"/>
                  </a:lnTo>
                  <a:lnTo>
                    <a:pt x="4309" y="5169"/>
                  </a:lnTo>
                  <a:lnTo>
                    <a:pt x="4309" y="4914"/>
                  </a:lnTo>
                  <a:cubicBezTo>
                    <a:pt x="4309" y="4779"/>
                    <a:pt x="4201" y="4672"/>
                    <a:pt x="4067" y="4659"/>
                  </a:cubicBezTo>
                  <a:lnTo>
                    <a:pt x="269" y="4404"/>
                  </a:lnTo>
                  <a:cubicBezTo>
                    <a:pt x="258" y="4401"/>
                    <a:pt x="246" y="4400"/>
                    <a:pt x="235" y="4400"/>
                  </a:cubicBezTo>
                  <a:cubicBezTo>
                    <a:pt x="179" y="4400"/>
                    <a:pt x="126" y="4427"/>
                    <a:pt x="81" y="4471"/>
                  </a:cubicBezTo>
                  <a:cubicBezTo>
                    <a:pt x="27" y="4525"/>
                    <a:pt x="0" y="4592"/>
                    <a:pt x="0" y="4659"/>
                  </a:cubicBezTo>
                  <a:lnTo>
                    <a:pt x="0" y="6216"/>
                  </a:lnTo>
                  <a:cubicBezTo>
                    <a:pt x="0" y="6283"/>
                    <a:pt x="27" y="6351"/>
                    <a:pt x="81" y="6404"/>
                  </a:cubicBezTo>
                  <a:cubicBezTo>
                    <a:pt x="121" y="6444"/>
                    <a:pt x="188" y="6471"/>
                    <a:pt x="255" y="6471"/>
                  </a:cubicBezTo>
                  <a:lnTo>
                    <a:pt x="269" y="6471"/>
                  </a:lnTo>
                  <a:lnTo>
                    <a:pt x="4067" y="6202"/>
                  </a:lnTo>
                  <a:cubicBezTo>
                    <a:pt x="4201" y="6202"/>
                    <a:pt x="4309" y="6082"/>
                    <a:pt x="4309" y="5948"/>
                  </a:cubicBezTo>
                  <a:lnTo>
                    <a:pt x="4309" y="5692"/>
                  </a:lnTo>
                  <a:lnTo>
                    <a:pt x="4873" y="5692"/>
                  </a:lnTo>
                  <a:cubicBezTo>
                    <a:pt x="4967" y="5988"/>
                    <a:pt x="5262" y="6216"/>
                    <a:pt x="5597" y="6216"/>
                  </a:cubicBezTo>
                  <a:lnTo>
                    <a:pt x="6457" y="6216"/>
                  </a:lnTo>
                  <a:lnTo>
                    <a:pt x="6457" y="6646"/>
                  </a:lnTo>
                  <a:cubicBezTo>
                    <a:pt x="6457" y="6780"/>
                    <a:pt x="6578" y="6900"/>
                    <a:pt x="6712" y="6900"/>
                  </a:cubicBezTo>
                  <a:cubicBezTo>
                    <a:pt x="6859" y="6900"/>
                    <a:pt x="6981" y="6780"/>
                    <a:pt x="6981" y="6646"/>
                  </a:cubicBezTo>
                  <a:lnTo>
                    <a:pt x="6981" y="6216"/>
                  </a:lnTo>
                  <a:lnTo>
                    <a:pt x="7840" y="6216"/>
                  </a:lnTo>
                  <a:cubicBezTo>
                    <a:pt x="8269" y="6216"/>
                    <a:pt x="8618" y="5867"/>
                    <a:pt x="8618" y="5438"/>
                  </a:cubicBezTo>
                  <a:lnTo>
                    <a:pt x="8618" y="4135"/>
                  </a:lnTo>
                  <a:lnTo>
                    <a:pt x="10162" y="4135"/>
                  </a:lnTo>
                  <a:lnTo>
                    <a:pt x="10162" y="12069"/>
                  </a:lnTo>
                  <a:lnTo>
                    <a:pt x="4040" y="12069"/>
                  </a:lnTo>
                  <a:cubicBezTo>
                    <a:pt x="3329" y="12069"/>
                    <a:pt x="2752" y="12646"/>
                    <a:pt x="2752" y="13358"/>
                  </a:cubicBezTo>
                  <a:lnTo>
                    <a:pt x="2752" y="14915"/>
                  </a:lnTo>
                  <a:cubicBezTo>
                    <a:pt x="2752" y="15062"/>
                    <a:pt x="2873" y="15169"/>
                    <a:pt x="3007" y="15169"/>
                  </a:cubicBezTo>
                  <a:lnTo>
                    <a:pt x="15948" y="15169"/>
                  </a:lnTo>
                  <a:cubicBezTo>
                    <a:pt x="16082" y="15169"/>
                    <a:pt x="16202" y="15062"/>
                    <a:pt x="16202" y="14915"/>
                  </a:cubicBezTo>
                  <a:lnTo>
                    <a:pt x="16202" y="256"/>
                  </a:lnTo>
                  <a:cubicBezTo>
                    <a:pt x="16202" y="122"/>
                    <a:pt x="16082" y="1"/>
                    <a:pt x="159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815;p71"/>
            <p:cNvSpPr/>
            <p:nvPr/>
          </p:nvSpPr>
          <p:spPr>
            <a:xfrm>
              <a:off x="8721325" y="4741677"/>
              <a:ext cx="12775" cy="13100"/>
            </a:xfrm>
            <a:custGeom>
              <a:avLst/>
              <a:gdLst/>
              <a:ahLst/>
              <a:cxnLst/>
              <a:rect l="l" t="t" r="r" b="b"/>
              <a:pathLst>
                <a:path w="511" h="524" extrusionOk="0">
                  <a:moveTo>
                    <a:pt x="255" y="0"/>
                  </a:moveTo>
                  <a:cubicBezTo>
                    <a:pt x="108" y="0"/>
                    <a:pt x="1" y="120"/>
                    <a:pt x="1" y="255"/>
                  </a:cubicBezTo>
                  <a:cubicBezTo>
                    <a:pt x="1" y="403"/>
                    <a:pt x="108" y="523"/>
                    <a:pt x="255" y="523"/>
                  </a:cubicBezTo>
                  <a:cubicBezTo>
                    <a:pt x="404" y="523"/>
                    <a:pt x="511" y="403"/>
                    <a:pt x="511" y="255"/>
                  </a:cubicBezTo>
                  <a:cubicBezTo>
                    <a:pt x="511" y="120"/>
                    <a:pt x="404" y="0"/>
                    <a:pt x="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16;p71"/>
            <p:cNvSpPr/>
            <p:nvPr/>
          </p:nvSpPr>
          <p:spPr>
            <a:xfrm>
              <a:off x="8721325" y="4703052"/>
              <a:ext cx="12775" cy="12775"/>
            </a:xfrm>
            <a:custGeom>
              <a:avLst/>
              <a:gdLst/>
              <a:ahLst/>
              <a:cxnLst/>
              <a:rect l="l" t="t" r="r" b="b"/>
              <a:pathLst>
                <a:path w="511" h="511" extrusionOk="0">
                  <a:moveTo>
                    <a:pt x="255" y="1"/>
                  </a:moveTo>
                  <a:cubicBezTo>
                    <a:pt x="108" y="1"/>
                    <a:pt x="1" y="108"/>
                    <a:pt x="1" y="256"/>
                  </a:cubicBezTo>
                  <a:cubicBezTo>
                    <a:pt x="1" y="391"/>
                    <a:pt x="108" y="511"/>
                    <a:pt x="255" y="511"/>
                  </a:cubicBezTo>
                  <a:cubicBezTo>
                    <a:pt x="404" y="511"/>
                    <a:pt x="511" y="391"/>
                    <a:pt x="511" y="256"/>
                  </a:cubicBezTo>
                  <a:cubicBezTo>
                    <a:pt x="511" y="108"/>
                    <a:pt x="404"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Google Shape;817;p71"/>
          <p:cNvSpPr/>
          <p:nvPr/>
        </p:nvSpPr>
        <p:spPr>
          <a:xfrm>
            <a:off x="9517738" y="5214734"/>
            <a:ext cx="12775" cy="13125"/>
          </a:xfrm>
          <a:custGeom>
            <a:avLst/>
            <a:gdLst/>
            <a:ahLst/>
            <a:cxnLst/>
            <a:rect l="l" t="t" r="r" b="b"/>
            <a:pathLst>
              <a:path w="511" h="525" extrusionOk="0">
                <a:moveTo>
                  <a:pt x="255" y="1"/>
                </a:moveTo>
                <a:cubicBezTo>
                  <a:pt x="108" y="1"/>
                  <a:pt x="1" y="122"/>
                  <a:pt x="1" y="256"/>
                </a:cubicBezTo>
                <a:cubicBezTo>
                  <a:pt x="1" y="403"/>
                  <a:pt x="108" y="525"/>
                  <a:pt x="255" y="525"/>
                </a:cubicBezTo>
                <a:cubicBezTo>
                  <a:pt x="404" y="525"/>
                  <a:pt x="511" y="403"/>
                  <a:pt x="511" y="256"/>
                </a:cubicBezTo>
                <a:cubicBezTo>
                  <a:pt x="511" y="122"/>
                  <a:pt x="404"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803;p71"/>
          <p:cNvGrpSpPr/>
          <p:nvPr/>
        </p:nvGrpSpPr>
        <p:grpSpPr>
          <a:xfrm>
            <a:off x="366835" y="4551200"/>
            <a:ext cx="252000" cy="209960"/>
            <a:chOff x="1026925" y="2088650"/>
            <a:chExt cx="343000" cy="254400"/>
          </a:xfrm>
        </p:grpSpPr>
        <p:sp>
          <p:nvSpPr>
            <p:cNvPr id="39" name="Google Shape;804;p71"/>
            <p:cNvSpPr/>
            <p:nvPr/>
          </p:nvSpPr>
          <p:spPr>
            <a:xfrm>
              <a:off x="1026925" y="2088650"/>
              <a:ext cx="343000" cy="254400"/>
            </a:xfrm>
            <a:custGeom>
              <a:avLst/>
              <a:gdLst/>
              <a:ahLst/>
              <a:cxnLst/>
              <a:rect l="l" t="t" r="r" b="b"/>
              <a:pathLst>
                <a:path w="13720" h="10176" extrusionOk="0">
                  <a:moveTo>
                    <a:pt x="11477" y="8793"/>
                  </a:moveTo>
                  <a:lnTo>
                    <a:pt x="11477" y="9652"/>
                  </a:lnTo>
                  <a:lnTo>
                    <a:pt x="6135" y="9652"/>
                  </a:lnTo>
                  <a:lnTo>
                    <a:pt x="6135" y="8793"/>
                  </a:lnTo>
                  <a:close/>
                  <a:moveTo>
                    <a:pt x="4148" y="0"/>
                  </a:moveTo>
                  <a:cubicBezTo>
                    <a:pt x="4001" y="0"/>
                    <a:pt x="3893" y="121"/>
                    <a:pt x="3893" y="255"/>
                  </a:cubicBezTo>
                  <a:cubicBezTo>
                    <a:pt x="3893" y="1826"/>
                    <a:pt x="4336" y="3168"/>
                    <a:pt x="4765" y="4470"/>
                  </a:cubicBezTo>
                  <a:cubicBezTo>
                    <a:pt x="5195" y="5800"/>
                    <a:pt x="5612" y="7047"/>
                    <a:pt x="5612" y="8538"/>
                  </a:cubicBezTo>
                  <a:lnTo>
                    <a:pt x="5612" y="8631"/>
                  </a:lnTo>
                  <a:lnTo>
                    <a:pt x="1141" y="4538"/>
                  </a:lnTo>
                  <a:cubicBezTo>
                    <a:pt x="618" y="4054"/>
                    <a:pt x="577" y="3235"/>
                    <a:pt x="1061" y="2712"/>
                  </a:cubicBezTo>
                  <a:cubicBezTo>
                    <a:pt x="1317" y="2434"/>
                    <a:pt x="1667" y="2293"/>
                    <a:pt x="2018" y="2293"/>
                  </a:cubicBezTo>
                  <a:cubicBezTo>
                    <a:pt x="2329" y="2293"/>
                    <a:pt x="2640" y="2404"/>
                    <a:pt x="2886" y="2632"/>
                  </a:cubicBezTo>
                  <a:lnTo>
                    <a:pt x="3115" y="2832"/>
                  </a:lnTo>
                  <a:cubicBezTo>
                    <a:pt x="3167" y="2878"/>
                    <a:pt x="3231" y="2902"/>
                    <a:pt x="3295" y="2902"/>
                  </a:cubicBezTo>
                  <a:cubicBezTo>
                    <a:pt x="3362" y="2902"/>
                    <a:pt x="3429" y="2875"/>
                    <a:pt x="3477" y="2819"/>
                  </a:cubicBezTo>
                  <a:cubicBezTo>
                    <a:pt x="3571" y="2712"/>
                    <a:pt x="3571" y="2551"/>
                    <a:pt x="3464" y="2456"/>
                  </a:cubicBezTo>
                  <a:lnTo>
                    <a:pt x="3235" y="2242"/>
                  </a:lnTo>
                  <a:cubicBezTo>
                    <a:pt x="2889" y="1927"/>
                    <a:pt x="2454" y="1772"/>
                    <a:pt x="2021" y="1772"/>
                  </a:cubicBezTo>
                  <a:cubicBezTo>
                    <a:pt x="1530" y="1772"/>
                    <a:pt x="1041" y="1971"/>
                    <a:pt x="685" y="2363"/>
                  </a:cubicBezTo>
                  <a:cubicBezTo>
                    <a:pt x="1" y="3101"/>
                    <a:pt x="54" y="4242"/>
                    <a:pt x="792" y="4914"/>
                  </a:cubicBezTo>
                  <a:lnTo>
                    <a:pt x="5612" y="9329"/>
                  </a:lnTo>
                  <a:lnTo>
                    <a:pt x="5612" y="9907"/>
                  </a:lnTo>
                  <a:cubicBezTo>
                    <a:pt x="5612" y="10054"/>
                    <a:pt x="5732" y="10176"/>
                    <a:pt x="5866" y="10176"/>
                  </a:cubicBezTo>
                  <a:lnTo>
                    <a:pt x="11733" y="10176"/>
                  </a:lnTo>
                  <a:cubicBezTo>
                    <a:pt x="11880" y="10176"/>
                    <a:pt x="11987" y="10054"/>
                    <a:pt x="11987" y="9907"/>
                  </a:cubicBezTo>
                  <a:lnTo>
                    <a:pt x="11987" y="8538"/>
                  </a:lnTo>
                  <a:cubicBezTo>
                    <a:pt x="11987" y="7047"/>
                    <a:pt x="12404" y="5800"/>
                    <a:pt x="12847" y="4470"/>
                  </a:cubicBezTo>
                  <a:cubicBezTo>
                    <a:pt x="13276" y="3168"/>
                    <a:pt x="13720" y="1826"/>
                    <a:pt x="13720" y="255"/>
                  </a:cubicBezTo>
                  <a:cubicBezTo>
                    <a:pt x="13720" y="121"/>
                    <a:pt x="13598" y="0"/>
                    <a:pt x="13464" y="0"/>
                  </a:cubicBezTo>
                  <a:lnTo>
                    <a:pt x="12028" y="0"/>
                  </a:lnTo>
                  <a:cubicBezTo>
                    <a:pt x="11880" y="0"/>
                    <a:pt x="11760" y="121"/>
                    <a:pt x="11760" y="255"/>
                  </a:cubicBezTo>
                  <a:cubicBezTo>
                    <a:pt x="11760" y="403"/>
                    <a:pt x="11880" y="511"/>
                    <a:pt x="12028" y="511"/>
                  </a:cubicBezTo>
                  <a:lnTo>
                    <a:pt x="13196" y="511"/>
                  </a:lnTo>
                  <a:cubicBezTo>
                    <a:pt x="13156" y="1880"/>
                    <a:pt x="12766" y="3061"/>
                    <a:pt x="12350" y="4309"/>
                  </a:cubicBezTo>
                  <a:cubicBezTo>
                    <a:pt x="11948" y="5544"/>
                    <a:pt x="11531" y="6820"/>
                    <a:pt x="11477" y="8270"/>
                  </a:cubicBezTo>
                  <a:lnTo>
                    <a:pt x="6122" y="8270"/>
                  </a:lnTo>
                  <a:cubicBezTo>
                    <a:pt x="6081" y="6820"/>
                    <a:pt x="5665" y="5544"/>
                    <a:pt x="5263" y="4309"/>
                  </a:cubicBezTo>
                  <a:cubicBezTo>
                    <a:pt x="4846" y="3061"/>
                    <a:pt x="4457" y="1880"/>
                    <a:pt x="4416" y="511"/>
                  </a:cubicBezTo>
                  <a:lnTo>
                    <a:pt x="10994" y="511"/>
                  </a:lnTo>
                  <a:cubicBezTo>
                    <a:pt x="11128" y="511"/>
                    <a:pt x="11250" y="403"/>
                    <a:pt x="11250" y="255"/>
                  </a:cubicBezTo>
                  <a:cubicBezTo>
                    <a:pt x="11250" y="121"/>
                    <a:pt x="11128" y="0"/>
                    <a:pt x="109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05;p71"/>
            <p:cNvSpPr/>
            <p:nvPr/>
          </p:nvSpPr>
          <p:spPr>
            <a:xfrm>
              <a:off x="1159475" y="2148375"/>
              <a:ext cx="174875" cy="134275"/>
            </a:xfrm>
            <a:custGeom>
              <a:avLst/>
              <a:gdLst/>
              <a:ahLst/>
              <a:cxnLst/>
              <a:rect l="l" t="t" r="r" b="b"/>
              <a:pathLst>
                <a:path w="6995" h="5371" extrusionOk="0">
                  <a:moveTo>
                    <a:pt x="3505" y="511"/>
                  </a:moveTo>
                  <a:cubicBezTo>
                    <a:pt x="3840" y="511"/>
                    <a:pt x="3988" y="604"/>
                    <a:pt x="4189" y="712"/>
                  </a:cubicBezTo>
                  <a:cubicBezTo>
                    <a:pt x="4403" y="846"/>
                    <a:pt x="4645" y="994"/>
                    <a:pt x="5128" y="994"/>
                  </a:cubicBezTo>
                  <a:cubicBezTo>
                    <a:pt x="5706" y="994"/>
                    <a:pt x="5934" y="887"/>
                    <a:pt x="6216" y="739"/>
                  </a:cubicBezTo>
                  <a:cubicBezTo>
                    <a:pt x="6256" y="726"/>
                    <a:pt x="6297" y="712"/>
                    <a:pt x="6336" y="685"/>
                  </a:cubicBezTo>
                  <a:lnTo>
                    <a:pt x="6336" y="685"/>
                  </a:lnTo>
                  <a:cubicBezTo>
                    <a:pt x="6256" y="994"/>
                    <a:pt x="6162" y="1290"/>
                    <a:pt x="6068" y="1598"/>
                  </a:cubicBezTo>
                  <a:cubicBezTo>
                    <a:pt x="5733" y="2618"/>
                    <a:pt x="5384" y="3679"/>
                    <a:pt x="5223" y="4846"/>
                  </a:cubicBezTo>
                  <a:lnTo>
                    <a:pt x="1772" y="4846"/>
                  </a:lnTo>
                  <a:cubicBezTo>
                    <a:pt x="1625" y="3679"/>
                    <a:pt x="1276" y="2618"/>
                    <a:pt x="940" y="1598"/>
                  </a:cubicBezTo>
                  <a:cubicBezTo>
                    <a:pt x="833" y="1290"/>
                    <a:pt x="752" y="994"/>
                    <a:pt x="672" y="685"/>
                  </a:cubicBezTo>
                  <a:lnTo>
                    <a:pt x="672" y="685"/>
                  </a:lnTo>
                  <a:cubicBezTo>
                    <a:pt x="712" y="712"/>
                    <a:pt x="752" y="726"/>
                    <a:pt x="793" y="739"/>
                  </a:cubicBezTo>
                  <a:cubicBezTo>
                    <a:pt x="1074" y="887"/>
                    <a:pt x="1303" y="994"/>
                    <a:pt x="1867" y="994"/>
                  </a:cubicBezTo>
                  <a:cubicBezTo>
                    <a:pt x="2350" y="994"/>
                    <a:pt x="2605" y="846"/>
                    <a:pt x="2819" y="712"/>
                  </a:cubicBezTo>
                  <a:cubicBezTo>
                    <a:pt x="3007" y="604"/>
                    <a:pt x="3168" y="511"/>
                    <a:pt x="3505" y="511"/>
                  </a:cubicBezTo>
                  <a:close/>
                  <a:moveTo>
                    <a:pt x="3505" y="1"/>
                  </a:moveTo>
                  <a:cubicBezTo>
                    <a:pt x="3021" y="1"/>
                    <a:pt x="2780" y="148"/>
                    <a:pt x="2551" y="269"/>
                  </a:cubicBezTo>
                  <a:cubicBezTo>
                    <a:pt x="2363" y="390"/>
                    <a:pt x="2216" y="484"/>
                    <a:pt x="1867" y="484"/>
                  </a:cubicBezTo>
                  <a:cubicBezTo>
                    <a:pt x="1423" y="484"/>
                    <a:pt x="1262" y="404"/>
                    <a:pt x="1021" y="282"/>
                  </a:cubicBezTo>
                  <a:cubicBezTo>
                    <a:pt x="860" y="202"/>
                    <a:pt x="659" y="108"/>
                    <a:pt x="363" y="14"/>
                  </a:cubicBezTo>
                  <a:cubicBezTo>
                    <a:pt x="334" y="5"/>
                    <a:pt x="304" y="1"/>
                    <a:pt x="275" y="1"/>
                  </a:cubicBezTo>
                  <a:cubicBezTo>
                    <a:pt x="213" y="1"/>
                    <a:pt x="154" y="22"/>
                    <a:pt x="108" y="67"/>
                  </a:cubicBezTo>
                  <a:cubicBezTo>
                    <a:pt x="27" y="135"/>
                    <a:pt x="0" y="243"/>
                    <a:pt x="27" y="323"/>
                  </a:cubicBezTo>
                  <a:cubicBezTo>
                    <a:pt x="68" y="430"/>
                    <a:pt x="95" y="538"/>
                    <a:pt x="122" y="645"/>
                  </a:cubicBezTo>
                  <a:cubicBezTo>
                    <a:pt x="215" y="1007"/>
                    <a:pt x="323" y="1383"/>
                    <a:pt x="444" y="1759"/>
                  </a:cubicBezTo>
                  <a:cubicBezTo>
                    <a:pt x="793" y="2820"/>
                    <a:pt x="1155" y="3921"/>
                    <a:pt x="1289" y="5142"/>
                  </a:cubicBezTo>
                  <a:cubicBezTo>
                    <a:pt x="1303" y="5263"/>
                    <a:pt x="1410" y="5370"/>
                    <a:pt x="1545" y="5370"/>
                  </a:cubicBezTo>
                  <a:lnTo>
                    <a:pt x="5450" y="5370"/>
                  </a:lnTo>
                  <a:cubicBezTo>
                    <a:pt x="5585" y="5370"/>
                    <a:pt x="5692" y="5263"/>
                    <a:pt x="5719" y="5142"/>
                  </a:cubicBezTo>
                  <a:cubicBezTo>
                    <a:pt x="5853" y="3921"/>
                    <a:pt x="6202" y="2820"/>
                    <a:pt x="6551" y="1759"/>
                  </a:cubicBezTo>
                  <a:cubicBezTo>
                    <a:pt x="6685" y="1383"/>
                    <a:pt x="6780" y="1007"/>
                    <a:pt x="6887" y="645"/>
                  </a:cubicBezTo>
                  <a:lnTo>
                    <a:pt x="6968" y="323"/>
                  </a:lnTo>
                  <a:cubicBezTo>
                    <a:pt x="6995" y="243"/>
                    <a:pt x="6968" y="135"/>
                    <a:pt x="6900" y="67"/>
                  </a:cubicBezTo>
                  <a:cubicBezTo>
                    <a:pt x="6855" y="22"/>
                    <a:pt x="6796" y="1"/>
                    <a:pt x="6733" y="1"/>
                  </a:cubicBezTo>
                  <a:cubicBezTo>
                    <a:pt x="6705" y="1"/>
                    <a:pt x="6675" y="5"/>
                    <a:pt x="6646" y="14"/>
                  </a:cubicBezTo>
                  <a:cubicBezTo>
                    <a:pt x="6336" y="108"/>
                    <a:pt x="6149" y="202"/>
                    <a:pt x="5987" y="282"/>
                  </a:cubicBezTo>
                  <a:cubicBezTo>
                    <a:pt x="5733" y="404"/>
                    <a:pt x="5585" y="484"/>
                    <a:pt x="5128" y="484"/>
                  </a:cubicBezTo>
                  <a:cubicBezTo>
                    <a:pt x="4793" y="484"/>
                    <a:pt x="4645" y="390"/>
                    <a:pt x="4444" y="269"/>
                  </a:cubicBezTo>
                  <a:cubicBezTo>
                    <a:pt x="4229" y="148"/>
                    <a:pt x="3974" y="1"/>
                    <a:pt x="35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1981;p93"/>
          <p:cNvGrpSpPr/>
          <p:nvPr/>
        </p:nvGrpSpPr>
        <p:grpSpPr>
          <a:xfrm>
            <a:off x="8401218" y="422475"/>
            <a:ext cx="324000" cy="324000"/>
            <a:chOff x="6241725" y="1380875"/>
            <a:chExt cx="405100" cy="388975"/>
          </a:xfrm>
        </p:grpSpPr>
        <p:sp>
          <p:nvSpPr>
            <p:cNvPr id="42" name="Google Shape;1982;p93"/>
            <p:cNvSpPr/>
            <p:nvPr/>
          </p:nvSpPr>
          <p:spPr>
            <a:xfrm>
              <a:off x="6418250" y="1380875"/>
              <a:ext cx="21850" cy="112100"/>
            </a:xfrm>
            <a:custGeom>
              <a:avLst/>
              <a:gdLst/>
              <a:ahLst/>
              <a:cxnLst/>
              <a:rect l="l" t="t" r="r" b="b"/>
              <a:pathLst>
                <a:path w="874" h="4484" extrusionOk="0">
                  <a:moveTo>
                    <a:pt x="605" y="0"/>
                  </a:moveTo>
                  <a:cubicBezTo>
                    <a:pt x="471" y="0"/>
                    <a:pt x="350" y="122"/>
                    <a:pt x="350" y="256"/>
                  </a:cubicBezTo>
                  <a:cubicBezTo>
                    <a:pt x="350" y="524"/>
                    <a:pt x="283" y="645"/>
                    <a:pt x="202" y="793"/>
                  </a:cubicBezTo>
                  <a:cubicBezTo>
                    <a:pt x="108" y="981"/>
                    <a:pt x="1" y="1181"/>
                    <a:pt x="1" y="1584"/>
                  </a:cubicBezTo>
                  <a:cubicBezTo>
                    <a:pt x="1" y="1974"/>
                    <a:pt x="108" y="2175"/>
                    <a:pt x="202" y="2363"/>
                  </a:cubicBezTo>
                  <a:cubicBezTo>
                    <a:pt x="283" y="2511"/>
                    <a:pt x="350" y="2631"/>
                    <a:pt x="350" y="2900"/>
                  </a:cubicBezTo>
                  <a:cubicBezTo>
                    <a:pt x="350" y="3168"/>
                    <a:pt x="283" y="3290"/>
                    <a:pt x="202" y="3437"/>
                  </a:cubicBezTo>
                  <a:cubicBezTo>
                    <a:pt x="108" y="3625"/>
                    <a:pt x="1" y="3826"/>
                    <a:pt x="1" y="4229"/>
                  </a:cubicBezTo>
                  <a:cubicBezTo>
                    <a:pt x="1" y="4363"/>
                    <a:pt x="122" y="4484"/>
                    <a:pt x="269" y="4484"/>
                  </a:cubicBezTo>
                  <a:cubicBezTo>
                    <a:pt x="403" y="4484"/>
                    <a:pt x="525" y="4363"/>
                    <a:pt x="525" y="4229"/>
                  </a:cubicBezTo>
                  <a:cubicBezTo>
                    <a:pt x="525" y="3961"/>
                    <a:pt x="591" y="3839"/>
                    <a:pt x="672" y="3678"/>
                  </a:cubicBezTo>
                  <a:cubicBezTo>
                    <a:pt x="766" y="3504"/>
                    <a:pt x="874" y="3290"/>
                    <a:pt x="874" y="2900"/>
                  </a:cubicBezTo>
                  <a:cubicBezTo>
                    <a:pt x="874" y="2511"/>
                    <a:pt x="766" y="2296"/>
                    <a:pt x="672" y="2121"/>
                  </a:cubicBezTo>
                  <a:cubicBezTo>
                    <a:pt x="591" y="1974"/>
                    <a:pt x="525" y="1853"/>
                    <a:pt x="525" y="1584"/>
                  </a:cubicBezTo>
                  <a:cubicBezTo>
                    <a:pt x="525" y="1316"/>
                    <a:pt x="591" y="1195"/>
                    <a:pt x="672" y="1034"/>
                  </a:cubicBezTo>
                  <a:cubicBezTo>
                    <a:pt x="766" y="859"/>
                    <a:pt x="874" y="645"/>
                    <a:pt x="874" y="256"/>
                  </a:cubicBezTo>
                  <a:cubicBezTo>
                    <a:pt x="874" y="122"/>
                    <a:pt x="752" y="0"/>
                    <a:pt x="6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983;p93"/>
            <p:cNvSpPr/>
            <p:nvPr/>
          </p:nvSpPr>
          <p:spPr>
            <a:xfrm>
              <a:off x="6470275" y="1380875"/>
              <a:ext cx="21500" cy="112100"/>
            </a:xfrm>
            <a:custGeom>
              <a:avLst/>
              <a:gdLst/>
              <a:ahLst/>
              <a:cxnLst/>
              <a:rect l="l" t="t" r="r" b="b"/>
              <a:pathLst>
                <a:path w="860" h="4484" extrusionOk="0">
                  <a:moveTo>
                    <a:pt x="591" y="0"/>
                  </a:moveTo>
                  <a:cubicBezTo>
                    <a:pt x="457" y="0"/>
                    <a:pt x="336" y="122"/>
                    <a:pt x="336" y="256"/>
                  </a:cubicBezTo>
                  <a:cubicBezTo>
                    <a:pt x="336" y="524"/>
                    <a:pt x="282" y="645"/>
                    <a:pt x="202" y="793"/>
                  </a:cubicBezTo>
                  <a:cubicBezTo>
                    <a:pt x="108" y="981"/>
                    <a:pt x="1" y="1181"/>
                    <a:pt x="1" y="1584"/>
                  </a:cubicBezTo>
                  <a:cubicBezTo>
                    <a:pt x="1" y="1974"/>
                    <a:pt x="108" y="2175"/>
                    <a:pt x="202" y="2363"/>
                  </a:cubicBezTo>
                  <a:cubicBezTo>
                    <a:pt x="282" y="2511"/>
                    <a:pt x="336" y="2631"/>
                    <a:pt x="336" y="2900"/>
                  </a:cubicBezTo>
                  <a:cubicBezTo>
                    <a:pt x="336" y="3168"/>
                    <a:pt x="282" y="3290"/>
                    <a:pt x="202" y="3437"/>
                  </a:cubicBezTo>
                  <a:cubicBezTo>
                    <a:pt x="108" y="3625"/>
                    <a:pt x="1" y="3826"/>
                    <a:pt x="1" y="4229"/>
                  </a:cubicBezTo>
                  <a:cubicBezTo>
                    <a:pt x="1" y="4363"/>
                    <a:pt x="108" y="4484"/>
                    <a:pt x="255" y="4484"/>
                  </a:cubicBezTo>
                  <a:cubicBezTo>
                    <a:pt x="390" y="4484"/>
                    <a:pt x="511" y="4363"/>
                    <a:pt x="511" y="4229"/>
                  </a:cubicBezTo>
                  <a:cubicBezTo>
                    <a:pt x="511" y="3961"/>
                    <a:pt x="577" y="3839"/>
                    <a:pt x="658" y="3678"/>
                  </a:cubicBezTo>
                  <a:cubicBezTo>
                    <a:pt x="753" y="3504"/>
                    <a:pt x="860" y="3290"/>
                    <a:pt x="860" y="2900"/>
                  </a:cubicBezTo>
                  <a:cubicBezTo>
                    <a:pt x="860" y="2511"/>
                    <a:pt x="753" y="2296"/>
                    <a:pt x="658" y="2121"/>
                  </a:cubicBezTo>
                  <a:cubicBezTo>
                    <a:pt x="577" y="1974"/>
                    <a:pt x="511" y="1853"/>
                    <a:pt x="511" y="1584"/>
                  </a:cubicBezTo>
                  <a:cubicBezTo>
                    <a:pt x="511" y="1316"/>
                    <a:pt x="577" y="1195"/>
                    <a:pt x="658" y="1034"/>
                  </a:cubicBezTo>
                  <a:cubicBezTo>
                    <a:pt x="753" y="859"/>
                    <a:pt x="860" y="645"/>
                    <a:pt x="860" y="256"/>
                  </a:cubicBezTo>
                  <a:cubicBezTo>
                    <a:pt x="860" y="122"/>
                    <a:pt x="739"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984;p93"/>
            <p:cNvSpPr/>
            <p:nvPr/>
          </p:nvSpPr>
          <p:spPr>
            <a:xfrm>
              <a:off x="6241725" y="1505700"/>
              <a:ext cx="347025" cy="208100"/>
            </a:xfrm>
            <a:custGeom>
              <a:avLst/>
              <a:gdLst/>
              <a:ahLst/>
              <a:cxnLst/>
              <a:rect l="l" t="t" r="r" b="b"/>
              <a:pathLst>
                <a:path w="13881" h="8324" extrusionOk="0">
                  <a:moveTo>
                    <a:pt x="3183" y="1558"/>
                  </a:moveTo>
                  <a:lnTo>
                    <a:pt x="3183" y="3652"/>
                  </a:lnTo>
                  <a:cubicBezTo>
                    <a:pt x="2283" y="3639"/>
                    <a:pt x="1545" y="2900"/>
                    <a:pt x="1545" y="2002"/>
                  </a:cubicBezTo>
                  <a:cubicBezTo>
                    <a:pt x="1545" y="1853"/>
                    <a:pt x="1572" y="1706"/>
                    <a:pt x="1612" y="1558"/>
                  </a:cubicBezTo>
                  <a:close/>
                  <a:moveTo>
                    <a:pt x="1424" y="1035"/>
                  </a:moveTo>
                  <a:cubicBezTo>
                    <a:pt x="1316" y="1035"/>
                    <a:pt x="1223" y="1102"/>
                    <a:pt x="1182" y="1209"/>
                  </a:cubicBezTo>
                  <a:cubicBezTo>
                    <a:pt x="1089" y="1451"/>
                    <a:pt x="1035" y="1719"/>
                    <a:pt x="1035" y="2002"/>
                  </a:cubicBezTo>
                  <a:cubicBezTo>
                    <a:pt x="1035" y="3196"/>
                    <a:pt x="2014" y="4176"/>
                    <a:pt x="3209" y="4176"/>
                  </a:cubicBezTo>
                  <a:lnTo>
                    <a:pt x="3451" y="4176"/>
                  </a:lnTo>
                  <a:cubicBezTo>
                    <a:pt x="3585" y="4176"/>
                    <a:pt x="3706" y="4055"/>
                    <a:pt x="3706" y="3921"/>
                  </a:cubicBezTo>
                  <a:lnTo>
                    <a:pt x="3706" y="1303"/>
                  </a:lnTo>
                  <a:cubicBezTo>
                    <a:pt x="3706" y="1155"/>
                    <a:pt x="3585" y="1035"/>
                    <a:pt x="3451" y="1035"/>
                  </a:cubicBezTo>
                  <a:close/>
                  <a:moveTo>
                    <a:pt x="13358" y="525"/>
                  </a:moveTo>
                  <a:lnTo>
                    <a:pt x="13358" y="7035"/>
                  </a:lnTo>
                  <a:cubicBezTo>
                    <a:pt x="13358" y="7464"/>
                    <a:pt x="13009" y="7801"/>
                    <a:pt x="12579" y="7801"/>
                  </a:cubicBezTo>
                  <a:lnTo>
                    <a:pt x="4484" y="7801"/>
                  </a:lnTo>
                  <a:cubicBezTo>
                    <a:pt x="4055" y="7801"/>
                    <a:pt x="3706" y="7464"/>
                    <a:pt x="3706" y="7035"/>
                  </a:cubicBezTo>
                  <a:lnTo>
                    <a:pt x="3706" y="4955"/>
                  </a:lnTo>
                  <a:cubicBezTo>
                    <a:pt x="3706" y="4807"/>
                    <a:pt x="3585" y="4686"/>
                    <a:pt x="3451" y="4686"/>
                  </a:cubicBezTo>
                  <a:lnTo>
                    <a:pt x="3209" y="4686"/>
                  </a:lnTo>
                  <a:cubicBezTo>
                    <a:pt x="1719" y="4686"/>
                    <a:pt x="511" y="3478"/>
                    <a:pt x="511" y="2002"/>
                  </a:cubicBezTo>
                  <a:cubicBezTo>
                    <a:pt x="511" y="1465"/>
                    <a:pt x="672" y="967"/>
                    <a:pt x="954" y="525"/>
                  </a:cubicBezTo>
                  <a:close/>
                  <a:moveTo>
                    <a:pt x="820" y="1"/>
                  </a:moveTo>
                  <a:cubicBezTo>
                    <a:pt x="739" y="1"/>
                    <a:pt x="659" y="42"/>
                    <a:pt x="618" y="108"/>
                  </a:cubicBezTo>
                  <a:cubicBezTo>
                    <a:pt x="215" y="659"/>
                    <a:pt x="1" y="1316"/>
                    <a:pt x="1" y="2002"/>
                  </a:cubicBezTo>
                  <a:cubicBezTo>
                    <a:pt x="1" y="3759"/>
                    <a:pt x="1424" y="5196"/>
                    <a:pt x="3183" y="5209"/>
                  </a:cubicBezTo>
                  <a:lnTo>
                    <a:pt x="3183" y="7035"/>
                  </a:lnTo>
                  <a:cubicBezTo>
                    <a:pt x="3183" y="7747"/>
                    <a:pt x="3773" y="8324"/>
                    <a:pt x="4484" y="8324"/>
                  </a:cubicBezTo>
                  <a:lnTo>
                    <a:pt x="12579" y="8324"/>
                  </a:lnTo>
                  <a:cubicBezTo>
                    <a:pt x="13304" y="8324"/>
                    <a:pt x="13881" y="7747"/>
                    <a:pt x="13881" y="7035"/>
                  </a:cubicBezTo>
                  <a:lnTo>
                    <a:pt x="13881" y="269"/>
                  </a:lnTo>
                  <a:cubicBezTo>
                    <a:pt x="13881" y="122"/>
                    <a:pt x="13761" y="1"/>
                    <a:pt x="13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985;p93"/>
            <p:cNvSpPr/>
            <p:nvPr/>
          </p:nvSpPr>
          <p:spPr>
            <a:xfrm>
              <a:off x="6541075" y="1566125"/>
              <a:ext cx="13125" cy="113125"/>
            </a:xfrm>
            <a:custGeom>
              <a:avLst/>
              <a:gdLst/>
              <a:ahLst/>
              <a:cxnLst/>
              <a:rect l="l" t="t" r="r" b="b"/>
              <a:pathLst>
                <a:path w="525" h="4525" extrusionOk="0">
                  <a:moveTo>
                    <a:pt x="269" y="0"/>
                  </a:moveTo>
                  <a:cubicBezTo>
                    <a:pt x="122" y="0"/>
                    <a:pt x="1" y="121"/>
                    <a:pt x="1" y="256"/>
                  </a:cubicBezTo>
                  <a:lnTo>
                    <a:pt x="1" y="4269"/>
                  </a:lnTo>
                  <a:cubicBezTo>
                    <a:pt x="1" y="4417"/>
                    <a:pt x="122" y="4524"/>
                    <a:pt x="269" y="4524"/>
                  </a:cubicBezTo>
                  <a:cubicBezTo>
                    <a:pt x="403" y="4524"/>
                    <a:pt x="525" y="4417"/>
                    <a:pt x="525" y="4269"/>
                  </a:cubicBezTo>
                  <a:lnTo>
                    <a:pt x="525" y="256"/>
                  </a:lnTo>
                  <a:cubicBezTo>
                    <a:pt x="525" y="121"/>
                    <a:pt x="403"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986;p93"/>
            <p:cNvSpPr/>
            <p:nvPr/>
          </p:nvSpPr>
          <p:spPr>
            <a:xfrm>
              <a:off x="6541075" y="1505700"/>
              <a:ext cx="13125" cy="47675"/>
            </a:xfrm>
            <a:custGeom>
              <a:avLst/>
              <a:gdLst/>
              <a:ahLst/>
              <a:cxnLst/>
              <a:rect l="l" t="t" r="r" b="b"/>
              <a:pathLst>
                <a:path w="525" h="1907" extrusionOk="0">
                  <a:moveTo>
                    <a:pt x="269" y="1"/>
                  </a:moveTo>
                  <a:cubicBezTo>
                    <a:pt x="122" y="1"/>
                    <a:pt x="1" y="122"/>
                    <a:pt x="1" y="269"/>
                  </a:cubicBezTo>
                  <a:lnTo>
                    <a:pt x="1" y="1639"/>
                  </a:lnTo>
                  <a:cubicBezTo>
                    <a:pt x="1" y="1787"/>
                    <a:pt x="122" y="1907"/>
                    <a:pt x="269" y="1907"/>
                  </a:cubicBezTo>
                  <a:cubicBezTo>
                    <a:pt x="403" y="1907"/>
                    <a:pt x="525" y="1787"/>
                    <a:pt x="525" y="1639"/>
                  </a:cubicBezTo>
                  <a:lnTo>
                    <a:pt x="525" y="269"/>
                  </a:lnTo>
                  <a:cubicBezTo>
                    <a:pt x="525" y="122"/>
                    <a:pt x="403" y="1"/>
                    <a:pt x="2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987;p93"/>
            <p:cNvSpPr/>
            <p:nvPr/>
          </p:nvSpPr>
          <p:spPr>
            <a:xfrm>
              <a:off x="6271250" y="1726600"/>
              <a:ext cx="367850" cy="43250"/>
            </a:xfrm>
            <a:custGeom>
              <a:avLst/>
              <a:gdLst/>
              <a:ahLst/>
              <a:cxnLst/>
              <a:rect l="l" t="t" r="r" b="b"/>
              <a:pathLst>
                <a:path w="14714" h="1730" extrusionOk="0">
                  <a:moveTo>
                    <a:pt x="288" y="1"/>
                  </a:moveTo>
                  <a:cubicBezTo>
                    <a:pt x="264" y="1"/>
                    <a:pt x="239" y="4"/>
                    <a:pt x="216" y="12"/>
                  </a:cubicBezTo>
                  <a:cubicBezTo>
                    <a:pt x="81" y="51"/>
                    <a:pt x="1" y="200"/>
                    <a:pt x="42" y="334"/>
                  </a:cubicBezTo>
                  <a:lnTo>
                    <a:pt x="243" y="1045"/>
                  </a:lnTo>
                  <a:cubicBezTo>
                    <a:pt x="350" y="1435"/>
                    <a:pt x="753" y="1730"/>
                    <a:pt x="1143" y="1730"/>
                  </a:cubicBezTo>
                  <a:lnTo>
                    <a:pt x="13559" y="1730"/>
                  </a:lnTo>
                  <a:cubicBezTo>
                    <a:pt x="13962" y="1730"/>
                    <a:pt x="14352" y="1435"/>
                    <a:pt x="14472" y="1045"/>
                  </a:cubicBezTo>
                  <a:lnTo>
                    <a:pt x="14674" y="334"/>
                  </a:lnTo>
                  <a:cubicBezTo>
                    <a:pt x="14713" y="200"/>
                    <a:pt x="14633" y="51"/>
                    <a:pt x="14486" y="12"/>
                  </a:cubicBezTo>
                  <a:cubicBezTo>
                    <a:pt x="14462" y="4"/>
                    <a:pt x="14438" y="1"/>
                    <a:pt x="14415" y="1"/>
                  </a:cubicBezTo>
                  <a:cubicBezTo>
                    <a:pt x="14307" y="1"/>
                    <a:pt x="14210" y="75"/>
                    <a:pt x="14176" y="186"/>
                  </a:cubicBezTo>
                  <a:lnTo>
                    <a:pt x="13976" y="898"/>
                  </a:lnTo>
                  <a:cubicBezTo>
                    <a:pt x="13922" y="1059"/>
                    <a:pt x="13720" y="1206"/>
                    <a:pt x="13559" y="1206"/>
                  </a:cubicBezTo>
                  <a:lnTo>
                    <a:pt x="1143" y="1206"/>
                  </a:lnTo>
                  <a:cubicBezTo>
                    <a:pt x="981" y="1206"/>
                    <a:pt x="780" y="1059"/>
                    <a:pt x="740" y="898"/>
                  </a:cubicBezTo>
                  <a:lnTo>
                    <a:pt x="538" y="186"/>
                  </a:lnTo>
                  <a:cubicBezTo>
                    <a:pt x="505" y="75"/>
                    <a:pt x="399" y="1"/>
                    <a:pt x="2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988;p93"/>
            <p:cNvSpPr/>
            <p:nvPr/>
          </p:nvSpPr>
          <p:spPr>
            <a:xfrm>
              <a:off x="6263200" y="1726875"/>
              <a:ext cx="383625" cy="12775"/>
            </a:xfrm>
            <a:custGeom>
              <a:avLst/>
              <a:gdLst/>
              <a:ahLst/>
              <a:cxnLst/>
              <a:rect l="l" t="t" r="r" b="b"/>
              <a:pathLst>
                <a:path w="15345" h="511" extrusionOk="0">
                  <a:moveTo>
                    <a:pt x="256" y="1"/>
                  </a:moveTo>
                  <a:cubicBezTo>
                    <a:pt x="122" y="1"/>
                    <a:pt x="1" y="108"/>
                    <a:pt x="1" y="255"/>
                  </a:cubicBezTo>
                  <a:cubicBezTo>
                    <a:pt x="1" y="389"/>
                    <a:pt x="122" y="511"/>
                    <a:pt x="256" y="511"/>
                  </a:cubicBezTo>
                  <a:lnTo>
                    <a:pt x="15089" y="511"/>
                  </a:lnTo>
                  <a:cubicBezTo>
                    <a:pt x="15223" y="511"/>
                    <a:pt x="15345" y="389"/>
                    <a:pt x="15345" y="255"/>
                  </a:cubicBezTo>
                  <a:cubicBezTo>
                    <a:pt x="15345" y="108"/>
                    <a:pt x="15223" y="1"/>
                    <a:pt x="150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p14:dur="0">
        <p:sndAc>
          <p:stSnd>
            <p:snd r:embed="rId3" name="click.wav"/>
          </p:stSnd>
        </p:sndAc>
      </p:transition>
    </mc:Choice>
    <mc:Fallback xmlns="">
      <p:transition>
        <p:sndAc>
          <p:stSnd>
            <p:snd r:embed="rId4" name="click.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1000"/>
                                        <p:tgtEl>
                                          <p:spTgt spid="38"/>
                                        </p:tgtEl>
                                      </p:cBhvr>
                                    </p:animEffect>
                                  </p:childTnLst>
                                </p:cTn>
                              </p:par>
                              <p:par>
                                <p:cTn id="11" presetID="10"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1000"/>
                                        <p:tgtEl>
                                          <p:spTgt spid="41"/>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17"/>
        <p:cNvGrpSpPr/>
        <p:nvPr/>
      </p:nvGrpSpPr>
      <p:grpSpPr>
        <a:xfrm>
          <a:off x="0" y="0"/>
          <a:ext cx="0" cy="0"/>
          <a:chOff x="0" y="0"/>
          <a:chExt cx="0" cy="0"/>
        </a:xfrm>
      </p:grpSpPr>
      <p:sp>
        <p:nvSpPr>
          <p:cNvPr id="2418" name="Google Shape;2418;p117"/>
          <p:cNvSpPr txBox="1">
            <a:spLocks noGrp="1"/>
          </p:cNvSpPr>
          <p:nvPr>
            <p:ph type="title"/>
          </p:nvPr>
        </p:nvSpPr>
        <p:spPr>
          <a:xfrm>
            <a:off x="720000" y="347250"/>
            <a:ext cx="7704000" cy="572700"/>
          </a:xfrm>
          <a:prstGeom prst="rect">
            <a:avLst/>
          </a:prstGeom>
        </p:spPr>
        <p:txBody>
          <a:bodyPr spcFirstLastPara="1" wrap="square" lIns="91425" tIns="91425" rIns="91425" bIns="91425" anchor="t" anchorCtr="0">
            <a:noAutofit/>
          </a:bodyPr>
          <a:lstStyle/>
          <a:p>
            <a:pPr algn="ctr"/>
            <a:r>
              <a:rPr lang="en-US" dirty="0">
                <a:solidFill>
                  <a:schemeClr val="dk1"/>
                </a:solidFill>
              </a:rPr>
              <a:t>Literature</a:t>
            </a:r>
            <a:r>
              <a:rPr lang="en-US" dirty="0"/>
              <a:t> </a:t>
            </a:r>
            <a:r>
              <a:rPr lang="en-US" dirty="0">
                <a:solidFill>
                  <a:schemeClr val="bg2"/>
                </a:solidFill>
              </a:rPr>
              <a:t>Review</a:t>
            </a:r>
            <a:br>
              <a:rPr lang="en-US" dirty="0"/>
            </a:br>
            <a:endParaRPr dirty="0"/>
          </a:p>
        </p:txBody>
      </p:sp>
      <p:sp>
        <p:nvSpPr>
          <p:cNvPr id="2420" name="Google Shape;2420;p117"/>
          <p:cNvSpPr txBox="1">
            <a:spLocks noGrp="1"/>
          </p:cNvSpPr>
          <p:nvPr>
            <p:ph type="subTitle" idx="2"/>
          </p:nvPr>
        </p:nvSpPr>
        <p:spPr>
          <a:xfrm>
            <a:off x="1366930" y="3623104"/>
            <a:ext cx="2243700" cy="408600"/>
          </a:xfrm>
          <a:prstGeom prst="rect">
            <a:avLst/>
          </a:prstGeom>
        </p:spPr>
        <p:txBody>
          <a:bodyPr spcFirstLastPara="1" wrap="square" lIns="91425" tIns="91425" rIns="91425" bIns="91425" anchor="t" anchorCtr="0">
            <a:noAutofit/>
          </a:bodyPr>
          <a:lstStyle/>
          <a:p>
            <a:pPr marL="0" lvl="0" indent="0"/>
            <a:r>
              <a:rPr lang="en-US" sz="1600" dirty="0"/>
              <a:t>Lightspeed Café</a:t>
            </a:r>
            <a:endParaRPr sz="1600" dirty="0"/>
          </a:p>
        </p:txBody>
      </p:sp>
      <p:sp>
        <p:nvSpPr>
          <p:cNvPr id="2422" name="Google Shape;2422;p117"/>
          <p:cNvSpPr txBox="1">
            <a:spLocks noGrp="1"/>
          </p:cNvSpPr>
          <p:nvPr>
            <p:ph type="subTitle" idx="4"/>
          </p:nvPr>
        </p:nvSpPr>
        <p:spPr>
          <a:xfrm>
            <a:off x="5533372" y="3620061"/>
            <a:ext cx="2243700" cy="408600"/>
          </a:xfrm>
          <a:prstGeom prst="rect">
            <a:avLst/>
          </a:prstGeom>
        </p:spPr>
        <p:txBody>
          <a:bodyPr spcFirstLastPara="1" wrap="square" lIns="91425" tIns="91425" rIns="91425" bIns="91425" anchor="t" anchorCtr="0">
            <a:noAutofit/>
          </a:bodyPr>
          <a:lstStyle/>
          <a:p>
            <a:pPr marL="0" lvl="0" indent="0"/>
            <a:r>
              <a:rPr lang="en-US" sz="1600" dirty="0" err="1"/>
              <a:t>GloriaFood</a:t>
            </a:r>
            <a:r>
              <a:rPr lang="en-US" sz="1600" dirty="0"/>
              <a:t> Café</a:t>
            </a:r>
            <a:endParaRPr sz="1600" dirty="0"/>
          </a:p>
        </p:txBody>
      </p:sp>
      <p:cxnSp>
        <p:nvCxnSpPr>
          <p:cNvPr id="2428" name="Google Shape;2428;p117"/>
          <p:cNvCxnSpPr/>
          <p:nvPr/>
        </p:nvCxnSpPr>
        <p:spPr>
          <a:xfrm flipV="1">
            <a:off x="2553516" y="879550"/>
            <a:ext cx="2340000" cy="0"/>
          </a:xfrm>
          <a:prstGeom prst="straightConnector1">
            <a:avLst/>
          </a:prstGeom>
          <a:noFill/>
          <a:ln w="19050" cap="flat" cmpd="sng">
            <a:solidFill>
              <a:schemeClr val="dk1"/>
            </a:solidFill>
            <a:prstDash val="solid"/>
            <a:round/>
            <a:headEnd type="none" w="med" len="med"/>
            <a:tailEnd type="none" w="med" len="med"/>
          </a:ln>
        </p:spPr>
      </p:cxnSp>
      <p:cxnSp>
        <p:nvCxnSpPr>
          <p:cNvPr id="2429" name="Google Shape;2429;p117"/>
          <p:cNvCxnSpPr/>
          <p:nvPr/>
        </p:nvCxnSpPr>
        <p:spPr>
          <a:xfrm>
            <a:off x="1392874" y="4028661"/>
            <a:ext cx="2160000" cy="0"/>
          </a:xfrm>
          <a:prstGeom prst="straightConnector1">
            <a:avLst/>
          </a:prstGeom>
          <a:noFill/>
          <a:ln w="19050" cap="flat" cmpd="sng">
            <a:solidFill>
              <a:schemeClr val="dk1"/>
            </a:solidFill>
            <a:prstDash val="dot"/>
            <a:round/>
            <a:headEnd type="none" w="med" len="med"/>
            <a:tailEnd type="none" w="med" len="med"/>
          </a:ln>
        </p:spPr>
      </p:cxnSp>
      <p:cxnSp>
        <p:nvCxnSpPr>
          <p:cNvPr id="2430" name="Google Shape;2430;p117"/>
          <p:cNvCxnSpPr/>
          <p:nvPr/>
        </p:nvCxnSpPr>
        <p:spPr>
          <a:xfrm>
            <a:off x="5559316" y="4051733"/>
            <a:ext cx="2160000" cy="0"/>
          </a:xfrm>
          <a:prstGeom prst="straightConnector1">
            <a:avLst/>
          </a:prstGeom>
          <a:noFill/>
          <a:ln w="19050" cap="flat" cmpd="sng">
            <a:solidFill>
              <a:schemeClr val="dk1"/>
            </a:solidFill>
            <a:prstDash val="dot"/>
            <a:round/>
            <a:headEnd type="none" w="med" len="med"/>
            <a:tailEnd type="none" w="med" len="med"/>
          </a:ln>
        </p:spPr>
      </p:cxnSp>
      <p:pic>
        <p:nvPicPr>
          <p:cNvPr id="7" name="Picture 6">
            <a:extLst>
              <a:ext uri="{FF2B5EF4-FFF2-40B4-BE49-F238E27FC236}">
                <a16:creationId xmlns:a16="http://schemas.microsoft.com/office/drawing/2014/main" id="{22C91C28-AA33-9C51-86E9-31571A8DA2DB}"/>
              </a:ext>
            </a:extLst>
          </p:cNvPr>
          <p:cNvPicPr>
            <a:picLocks noChangeAspect="1"/>
          </p:cNvPicPr>
          <p:nvPr/>
        </p:nvPicPr>
        <p:blipFill>
          <a:blip r:embed="rId4"/>
          <a:stretch>
            <a:fillRect/>
          </a:stretch>
        </p:blipFill>
        <p:spPr>
          <a:xfrm>
            <a:off x="480645" y="1643842"/>
            <a:ext cx="3951534" cy="1872000"/>
          </a:xfrm>
          <a:prstGeom prst="rect">
            <a:avLst/>
          </a:prstGeom>
        </p:spPr>
      </p:pic>
      <p:pic>
        <p:nvPicPr>
          <p:cNvPr id="9" name="Picture 8">
            <a:extLst>
              <a:ext uri="{FF2B5EF4-FFF2-40B4-BE49-F238E27FC236}">
                <a16:creationId xmlns:a16="http://schemas.microsoft.com/office/drawing/2014/main" id="{B5354AE0-BB72-27E8-9019-329E2AD29B2D}"/>
              </a:ext>
            </a:extLst>
          </p:cNvPr>
          <p:cNvPicPr>
            <a:picLocks noChangeAspect="1"/>
          </p:cNvPicPr>
          <p:nvPr/>
        </p:nvPicPr>
        <p:blipFill>
          <a:blip r:embed="rId5"/>
          <a:stretch>
            <a:fillRect/>
          </a:stretch>
        </p:blipFill>
        <p:spPr>
          <a:xfrm>
            <a:off x="4651302" y="1643842"/>
            <a:ext cx="4007839" cy="1872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sndAc>
          <p:stSnd>
            <p:snd r:embed="rId3" name="click.wav"/>
          </p:stSnd>
        </p:sndAc>
      </p:transition>
    </mc:Choice>
    <mc:Fallback xmlns="">
      <p:transition spd="med">
        <p:fade/>
        <p:sndAc>
          <p:stSnd>
            <p:snd r:embed="rId6" name="click.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17">
          <a:extLst>
            <a:ext uri="{FF2B5EF4-FFF2-40B4-BE49-F238E27FC236}">
              <a16:creationId xmlns:a16="http://schemas.microsoft.com/office/drawing/2014/main" id="{3BB2C76F-9B35-A500-CBA0-DCC4DD069C45}"/>
            </a:ext>
          </a:extLst>
        </p:cNvPr>
        <p:cNvGrpSpPr/>
        <p:nvPr/>
      </p:nvGrpSpPr>
      <p:grpSpPr>
        <a:xfrm>
          <a:off x="0" y="0"/>
          <a:ext cx="0" cy="0"/>
          <a:chOff x="0" y="0"/>
          <a:chExt cx="0" cy="0"/>
        </a:xfrm>
      </p:grpSpPr>
      <p:sp>
        <p:nvSpPr>
          <p:cNvPr id="2418" name="Google Shape;2418;p117">
            <a:extLst>
              <a:ext uri="{FF2B5EF4-FFF2-40B4-BE49-F238E27FC236}">
                <a16:creationId xmlns:a16="http://schemas.microsoft.com/office/drawing/2014/main" id="{F81819A0-81DA-8DF7-55BD-05073CE15BFE}"/>
              </a:ext>
            </a:extLst>
          </p:cNvPr>
          <p:cNvSpPr txBox="1">
            <a:spLocks noGrp="1"/>
          </p:cNvSpPr>
          <p:nvPr>
            <p:ph type="title"/>
          </p:nvPr>
        </p:nvSpPr>
        <p:spPr>
          <a:xfrm>
            <a:off x="720000" y="347250"/>
            <a:ext cx="7704000" cy="572700"/>
          </a:xfrm>
          <a:prstGeom prst="rect">
            <a:avLst/>
          </a:prstGeom>
        </p:spPr>
        <p:txBody>
          <a:bodyPr spcFirstLastPara="1" wrap="square" lIns="91425" tIns="91425" rIns="91425" bIns="91425" anchor="t" anchorCtr="0">
            <a:noAutofit/>
          </a:bodyPr>
          <a:lstStyle/>
          <a:p>
            <a:pPr algn="ctr"/>
            <a:r>
              <a:rPr lang="en-US" dirty="0">
                <a:solidFill>
                  <a:schemeClr val="dk1"/>
                </a:solidFill>
              </a:rPr>
              <a:t>Literature</a:t>
            </a:r>
            <a:r>
              <a:rPr lang="en-US" dirty="0"/>
              <a:t> </a:t>
            </a:r>
            <a:r>
              <a:rPr lang="en-US" dirty="0">
                <a:solidFill>
                  <a:schemeClr val="bg2"/>
                </a:solidFill>
              </a:rPr>
              <a:t>Review</a:t>
            </a:r>
            <a:br>
              <a:rPr lang="en-US" dirty="0"/>
            </a:br>
            <a:endParaRPr dirty="0"/>
          </a:p>
        </p:txBody>
      </p:sp>
      <p:sp>
        <p:nvSpPr>
          <p:cNvPr id="2420" name="Google Shape;2420;p117">
            <a:extLst>
              <a:ext uri="{FF2B5EF4-FFF2-40B4-BE49-F238E27FC236}">
                <a16:creationId xmlns:a16="http://schemas.microsoft.com/office/drawing/2014/main" id="{C819ECCD-A9C8-4C7D-563A-2946350BE66C}"/>
              </a:ext>
            </a:extLst>
          </p:cNvPr>
          <p:cNvSpPr txBox="1">
            <a:spLocks noGrp="1"/>
          </p:cNvSpPr>
          <p:nvPr>
            <p:ph type="subTitle" idx="2"/>
          </p:nvPr>
        </p:nvSpPr>
        <p:spPr>
          <a:xfrm>
            <a:off x="1431666" y="3620061"/>
            <a:ext cx="2243700" cy="408600"/>
          </a:xfrm>
          <a:prstGeom prst="rect">
            <a:avLst/>
          </a:prstGeom>
        </p:spPr>
        <p:txBody>
          <a:bodyPr spcFirstLastPara="1" wrap="square" lIns="91425" tIns="91425" rIns="91425" bIns="91425" anchor="t" anchorCtr="0">
            <a:noAutofit/>
          </a:bodyPr>
          <a:lstStyle/>
          <a:p>
            <a:pPr marL="0" lvl="0" indent="0"/>
            <a:r>
              <a:rPr lang="en-US" sz="1600" dirty="0" err="1"/>
              <a:t>Dripos</a:t>
            </a:r>
            <a:r>
              <a:rPr lang="en-US" sz="1600" dirty="0"/>
              <a:t> Café</a:t>
            </a:r>
          </a:p>
        </p:txBody>
      </p:sp>
      <p:sp>
        <p:nvSpPr>
          <p:cNvPr id="2422" name="Google Shape;2422;p117">
            <a:extLst>
              <a:ext uri="{FF2B5EF4-FFF2-40B4-BE49-F238E27FC236}">
                <a16:creationId xmlns:a16="http://schemas.microsoft.com/office/drawing/2014/main" id="{3156E804-68A3-8CF7-1F35-6DBA6C422EDC}"/>
              </a:ext>
            </a:extLst>
          </p:cNvPr>
          <p:cNvSpPr txBox="1">
            <a:spLocks noGrp="1"/>
          </p:cNvSpPr>
          <p:nvPr>
            <p:ph type="subTitle" idx="4"/>
          </p:nvPr>
        </p:nvSpPr>
        <p:spPr>
          <a:xfrm>
            <a:off x="5533372" y="3620061"/>
            <a:ext cx="2243700" cy="408600"/>
          </a:xfrm>
          <a:prstGeom prst="rect">
            <a:avLst/>
          </a:prstGeom>
        </p:spPr>
        <p:txBody>
          <a:bodyPr spcFirstLastPara="1" wrap="square" lIns="91425" tIns="91425" rIns="91425" bIns="91425" anchor="t" anchorCtr="0">
            <a:noAutofit/>
          </a:bodyPr>
          <a:lstStyle/>
          <a:p>
            <a:pPr marL="0" lvl="0" indent="0"/>
            <a:r>
              <a:rPr lang="en-US" sz="1600" dirty="0" err="1"/>
              <a:t>GoFrugal</a:t>
            </a:r>
            <a:r>
              <a:rPr lang="en-US" sz="1600" dirty="0"/>
              <a:t> Café</a:t>
            </a:r>
          </a:p>
        </p:txBody>
      </p:sp>
      <p:cxnSp>
        <p:nvCxnSpPr>
          <p:cNvPr id="2428" name="Google Shape;2428;p117">
            <a:extLst>
              <a:ext uri="{FF2B5EF4-FFF2-40B4-BE49-F238E27FC236}">
                <a16:creationId xmlns:a16="http://schemas.microsoft.com/office/drawing/2014/main" id="{B61DCB1E-0157-AA13-71AE-66F78661593F}"/>
              </a:ext>
            </a:extLst>
          </p:cNvPr>
          <p:cNvCxnSpPr/>
          <p:nvPr/>
        </p:nvCxnSpPr>
        <p:spPr>
          <a:xfrm flipV="1">
            <a:off x="2553516" y="879550"/>
            <a:ext cx="2340000" cy="0"/>
          </a:xfrm>
          <a:prstGeom prst="straightConnector1">
            <a:avLst/>
          </a:prstGeom>
          <a:noFill/>
          <a:ln w="19050" cap="flat" cmpd="sng">
            <a:solidFill>
              <a:schemeClr val="dk1"/>
            </a:solidFill>
            <a:prstDash val="solid"/>
            <a:round/>
            <a:headEnd type="none" w="med" len="med"/>
            <a:tailEnd type="none" w="med" len="med"/>
          </a:ln>
        </p:spPr>
      </p:cxnSp>
      <p:cxnSp>
        <p:nvCxnSpPr>
          <p:cNvPr id="2429" name="Google Shape;2429;p117">
            <a:extLst>
              <a:ext uri="{FF2B5EF4-FFF2-40B4-BE49-F238E27FC236}">
                <a16:creationId xmlns:a16="http://schemas.microsoft.com/office/drawing/2014/main" id="{BA2519DB-7888-DC83-86C7-6D1EDA08E546}"/>
              </a:ext>
            </a:extLst>
          </p:cNvPr>
          <p:cNvCxnSpPr/>
          <p:nvPr/>
        </p:nvCxnSpPr>
        <p:spPr>
          <a:xfrm>
            <a:off x="1423574" y="4028661"/>
            <a:ext cx="2160000" cy="0"/>
          </a:xfrm>
          <a:prstGeom prst="straightConnector1">
            <a:avLst/>
          </a:prstGeom>
          <a:noFill/>
          <a:ln w="19050" cap="flat" cmpd="sng">
            <a:solidFill>
              <a:schemeClr val="dk1"/>
            </a:solidFill>
            <a:prstDash val="dot"/>
            <a:round/>
            <a:headEnd type="none" w="med" len="med"/>
            <a:tailEnd type="none" w="med" len="med"/>
          </a:ln>
        </p:spPr>
      </p:cxnSp>
      <p:cxnSp>
        <p:nvCxnSpPr>
          <p:cNvPr id="2430" name="Google Shape;2430;p117">
            <a:extLst>
              <a:ext uri="{FF2B5EF4-FFF2-40B4-BE49-F238E27FC236}">
                <a16:creationId xmlns:a16="http://schemas.microsoft.com/office/drawing/2014/main" id="{639A5AE1-827E-B8A3-C0BD-DFCBA2E84A56}"/>
              </a:ext>
            </a:extLst>
          </p:cNvPr>
          <p:cNvCxnSpPr/>
          <p:nvPr/>
        </p:nvCxnSpPr>
        <p:spPr>
          <a:xfrm>
            <a:off x="5535040" y="4051733"/>
            <a:ext cx="2232000" cy="0"/>
          </a:xfrm>
          <a:prstGeom prst="straightConnector1">
            <a:avLst/>
          </a:prstGeom>
          <a:noFill/>
          <a:ln w="19050" cap="flat" cmpd="sng">
            <a:solidFill>
              <a:schemeClr val="dk1"/>
            </a:solidFill>
            <a:prstDash val="dot"/>
            <a:round/>
            <a:headEnd type="none" w="med" len="med"/>
            <a:tailEnd type="none" w="med" len="med"/>
          </a:ln>
        </p:spPr>
      </p:cxnSp>
      <p:pic>
        <p:nvPicPr>
          <p:cNvPr id="7" name="Picture 6">
            <a:extLst>
              <a:ext uri="{FF2B5EF4-FFF2-40B4-BE49-F238E27FC236}">
                <a16:creationId xmlns:a16="http://schemas.microsoft.com/office/drawing/2014/main" id="{D38EFFDE-282E-7F36-5D93-0FC012ED1ACD}"/>
              </a:ext>
            </a:extLst>
          </p:cNvPr>
          <p:cNvPicPr>
            <a:picLocks noChangeAspect="1"/>
          </p:cNvPicPr>
          <p:nvPr/>
        </p:nvPicPr>
        <p:blipFill>
          <a:blip r:embed="rId4"/>
          <a:srcRect/>
          <a:stretch/>
        </p:blipFill>
        <p:spPr>
          <a:xfrm>
            <a:off x="480645" y="1654861"/>
            <a:ext cx="3951534" cy="1849961"/>
          </a:xfrm>
          <a:prstGeom prst="rect">
            <a:avLst/>
          </a:prstGeom>
        </p:spPr>
      </p:pic>
      <p:pic>
        <p:nvPicPr>
          <p:cNvPr id="9" name="Picture 8">
            <a:extLst>
              <a:ext uri="{FF2B5EF4-FFF2-40B4-BE49-F238E27FC236}">
                <a16:creationId xmlns:a16="http://schemas.microsoft.com/office/drawing/2014/main" id="{DFA719F8-C309-6925-BF5B-0195F20149ED}"/>
              </a:ext>
            </a:extLst>
          </p:cNvPr>
          <p:cNvPicPr>
            <a:picLocks noChangeAspect="1"/>
          </p:cNvPicPr>
          <p:nvPr/>
        </p:nvPicPr>
        <p:blipFill>
          <a:blip r:embed="rId5"/>
          <a:srcRect/>
          <a:stretch/>
        </p:blipFill>
        <p:spPr>
          <a:xfrm>
            <a:off x="4653396" y="1643842"/>
            <a:ext cx="4003650" cy="1872000"/>
          </a:xfrm>
          <a:prstGeom prst="rect">
            <a:avLst/>
          </a:prstGeom>
        </p:spPr>
      </p:pic>
    </p:spTree>
    <p:extLst>
      <p:ext uri="{BB962C8B-B14F-4D97-AF65-F5344CB8AC3E}">
        <p14:creationId xmlns:p14="http://schemas.microsoft.com/office/powerpoint/2010/main" val="1291947746"/>
      </p:ext>
    </p:extLst>
  </p:cSld>
  <p:clrMapOvr>
    <a:masterClrMapping/>
  </p:clrMapOvr>
  <mc:AlternateContent xmlns:mc="http://schemas.openxmlformats.org/markup-compatibility/2006" xmlns:p14="http://schemas.microsoft.com/office/powerpoint/2010/main">
    <mc:Choice Requires="p14">
      <p:transition spd="med" p14:dur="700">
        <p:fade/>
        <p:sndAc>
          <p:stSnd>
            <p:snd r:embed="rId3" name="click.wav"/>
          </p:stSnd>
        </p:sndAc>
      </p:transition>
    </mc:Choice>
    <mc:Fallback xmlns="">
      <p:transition spd="med">
        <p:fade/>
        <p:sndAc>
          <p:stSnd>
            <p:snd r:embed="rId6" name="click.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544" y="384110"/>
            <a:ext cx="3960000" cy="572700"/>
          </a:xfrm>
        </p:spPr>
        <p:txBody>
          <a:bodyPr/>
          <a:lstStyle/>
          <a:p>
            <a:r>
              <a:rPr lang="en-US" dirty="0"/>
              <a:t>System </a:t>
            </a:r>
            <a:r>
              <a:rPr lang="en-US" dirty="0">
                <a:solidFill>
                  <a:schemeClr val="dk1"/>
                </a:solidFill>
              </a:rPr>
              <a:t>Analysis</a:t>
            </a:r>
            <a:br>
              <a:rPr lang="en-US" dirty="0"/>
            </a:br>
            <a:endParaRPr lang="en-US" dirty="0"/>
          </a:p>
        </p:txBody>
      </p:sp>
      <p:sp>
        <p:nvSpPr>
          <p:cNvPr id="3" name="Subtitle 2"/>
          <p:cNvSpPr>
            <a:spLocks noGrp="1"/>
          </p:cNvSpPr>
          <p:nvPr>
            <p:ph type="subTitle" idx="1"/>
          </p:nvPr>
        </p:nvSpPr>
        <p:spPr>
          <a:xfrm>
            <a:off x="5554990" y="4334685"/>
            <a:ext cx="2592000" cy="504000"/>
          </a:xfrm>
        </p:spPr>
        <p:txBody>
          <a:bodyPr/>
          <a:lstStyle/>
          <a:p>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Lexend Exa"/>
              </a:rPr>
              <a:t>Use</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Lexend Exa"/>
              </a:rPr>
              <a:t>Case</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Lexend Exa"/>
              </a:rPr>
              <a:t>Diagram</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 </a:t>
            </a:r>
          </a:p>
        </p:txBody>
      </p:sp>
      <p:sp>
        <p:nvSpPr>
          <p:cNvPr id="7" name="Subtitle 6"/>
          <p:cNvSpPr>
            <a:spLocks noGrp="1"/>
          </p:cNvSpPr>
          <p:nvPr>
            <p:ph type="subTitle" idx="5"/>
          </p:nvPr>
        </p:nvSpPr>
        <p:spPr>
          <a:xfrm>
            <a:off x="1396544" y="3794374"/>
            <a:ext cx="2520000" cy="540000"/>
          </a:xfrm>
        </p:spPr>
        <p:txBody>
          <a:bodyPr/>
          <a:lstStyle/>
          <a:p>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Activity Diagram</a:t>
            </a:r>
          </a:p>
        </p:txBody>
      </p:sp>
      <p:cxnSp>
        <p:nvCxnSpPr>
          <p:cNvPr id="9" name="Google Shape;666;p62"/>
          <p:cNvCxnSpPr/>
          <p:nvPr/>
        </p:nvCxnSpPr>
        <p:spPr>
          <a:xfrm>
            <a:off x="2435609" y="887984"/>
            <a:ext cx="1920240" cy="0"/>
          </a:xfrm>
          <a:prstGeom prst="straightConnector1">
            <a:avLst/>
          </a:prstGeom>
          <a:noFill/>
          <a:ln w="19050" cap="flat" cmpd="sng">
            <a:solidFill>
              <a:schemeClr val="dk1"/>
            </a:solidFill>
            <a:prstDash val="solid"/>
            <a:round/>
            <a:headEnd type="none" w="med" len="med"/>
            <a:tailEnd type="none" w="med" len="med"/>
          </a:ln>
        </p:spPr>
      </p:cxnSp>
      <p:pic>
        <p:nvPicPr>
          <p:cNvPr id="11" name="Picture 10">
            <a:extLst>
              <a:ext uri="{FF2B5EF4-FFF2-40B4-BE49-F238E27FC236}">
                <a16:creationId xmlns:a16="http://schemas.microsoft.com/office/drawing/2014/main" id="{C44E6003-8B3C-F714-1200-1D05CB5F59F7}"/>
              </a:ext>
            </a:extLst>
          </p:cNvPr>
          <p:cNvPicPr>
            <a:picLocks noChangeAspect="1"/>
          </p:cNvPicPr>
          <p:nvPr/>
        </p:nvPicPr>
        <p:blipFill>
          <a:blip r:embed="rId3"/>
          <a:stretch>
            <a:fillRect/>
          </a:stretch>
        </p:blipFill>
        <p:spPr>
          <a:xfrm>
            <a:off x="5086990" y="347684"/>
            <a:ext cx="3528000" cy="3894458"/>
          </a:xfrm>
          <a:prstGeom prst="rect">
            <a:avLst/>
          </a:prstGeom>
        </p:spPr>
      </p:pic>
      <p:pic>
        <p:nvPicPr>
          <p:cNvPr id="16" name="Picture 15">
            <a:extLst>
              <a:ext uri="{FF2B5EF4-FFF2-40B4-BE49-F238E27FC236}">
                <a16:creationId xmlns:a16="http://schemas.microsoft.com/office/drawing/2014/main" id="{8E3A6ACC-9832-398B-4583-12B1F2E346F7}"/>
              </a:ext>
            </a:extLst>
          </p:cNvPr>
          <p:cNvPicPr>
            <a:picLocks noChangeAspect="1"/>
          </p:cNvPicPr>
          <p:nvPr/>
        </p:nvPicPr>
        <p:blipFill>
          <a:blip r:embed="rId4"/>
          <a:srcRect l="3981" t="5429" r="10964" b="11737"/>
          <a:stretch/>
        </p:blipFill>
        <p:spPr>
          <a:xfrm>
            <a:off x="496544" y="1513411"/>
            <a:ext cx="4320000" cy="2116678"/>
          </a:xfrm>
          <a:prstGeom prst="rect">
            <a:avLst/>
          </a:prstGeom>
        </p:spPr>
      </p:pic>
    </p:spTree>
    <p:extLst>
      <p:ext uri="{BB962C8B-B14F-4D97-AF65-F5344CB8AC3E}">
        <p14:creationId xmlns:p14="http://schemas.microsoft.com/office/powerpoint/2010/main" val="2634446159"/>
      </p:ext>
    </p:extLst>
  </p:cSld>
  <p:clrMapOvr>
    <a:masterClrMapping/>
  </p:clrMapOvr>
  <mc:AlternateContent xmlns:mc="http://schemas.openxmlformats.org/markup-compatibility/2006" xmlns:p14="http://schemas.microsoft.com/office/powerpoint/2010/main">
    <mc:Choice Requires="p14">
      <p:transition spd="med" p14:dur="700">
        <p:fade/>
        <p:sndAc>
          <p:stSnd>
            <p:snd r:embed="rId2" name="click.wav"/>
          </p:stSnd>
        </p:sndAc>
      </p:transition>
    </mc:Choice>
    <mc:Fallback xmlns="">
      <p:transition spd="med">
        <p:fade/>
        <p:sndAc>
          <p:stSnd>
            <p:snd r:embed="rId6" name="click.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12D8C-C834-0535-6806-82BC5CC27D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9404B29-34A6-B157-BC30-168F4AFFD791}"/>
              </a:ext>
            </a:extLst>
          </p:cNvPr>
          <p:cNvSpPr>
            <a:spLocks noGrp="1"/>
          </p:cNvSpPr>
          <p:nvPr>
            <p:ph type="subTitle" idx="1"/>
          </p:nvPr>
        </p:nvSpPr>
        <p:spPr>
          <a:xfrm>
            <a:off x="5049428" y="4334685"/>
            <a:ext cx="3780000" cy="504000"/>
          </a:xfrm>
        </p:spPr>
        <p:txBody>
          <a:bodyPr/>
          <a:lstStyle/>
          <a:p>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Lexend Exa"/>
              </a:rPr>
              <a:t>Entity Relationship Diagram</a:t>
            </a:r>
          </a:p>
        </p:txBody>
      </p:sp>
      <p:sp>
        <p:nvSpPr>
          <p:cNvPr id="7" name="Subtitle 6">
            <a:extLst>
              <a:ext uri="{FF2B5EF4-FFF2-40B4-BE49-F238E27FC236}">
                <a16:creationId xmlns:a16="http://schemas.microsoft.com/office/drawing/2014/main" id="{0F8C3713-D643-86C4-711D-9004A86E8799}"/>
              </a:ext>
            </a:extLst>
          </p:cNvPr>
          <p:cNvSpPr>
            <a:spLocks noGrp="1"/>
          </p:cNvSpPr>
          <p:nvPr>
            <p:ph type="subTitle" idx="5"/>
          </p:nvPr>
        </p:nvSpPr>
        <p:spPr>
          <a:xfrm>
            <a:off x="1612736" y="4026934"/>
            <a:ext cx="2268000" cy="504000"/>
          </a:xfrm>
        </p:spPr>
        <p:txBody>
          <a:bodyPr/>
          <a:lstStyle/>
          <a:p>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Model Diagram</a:t>
            </a:r>
          </a:p>
        </p:txBody>
      </p:sp>
      <p:pic>
        <p:nvPicPr>
          <p:cNvPr id="12" name="Picture 11">
            <a:extLst>
              <a:ext uri="{FF2B5EF4-FFF2-40B4-BE49-F238E27FC236}">
                <a16:creationId xmlns:a16="http://schemas.microsoft.com/office/drawing/2014/main" id="{87F9B088-24B8-996B-ADCA-C0E06DEF7774}"/>
              </a:ext>
            </a:extLst>
          </p:cNvPr>
          <p:cNvPicPr>
            <a:picLocks noChangeAspect="1"/>
          </p:cNvPicPr>
          <p:nvPr/>
        </p:nvPicPr>
        <p:blipFill>
          <a:blip r:embed="rId3"/>
          <a:stretch>
            <a:fillRect/>
          </a:stretch>
        </p:blipFill>
        <p:spPr>
          <a:xfrm>
            <a:off x="5349470" y="411415"/>
            <a:ext cx="3312000" cy="3867519"/>
          </a:xfrm>
          <a:prstGeom prst="rect">
            <a:avLst/>
          </a:prstGeom>
        </p:spPr>
      </p:pic>
      <p:pic>
        <p:nvPicPr>
          <p:cNvPr id="19" name="Picture 18">
            <a:extLst>
              <a:ext uri="{FF2B5EF4-FFF2-40B4-BE49-F238E27FC236}">
                <a16:creationId xmlns:a16="http://schemas.microsoft.com/office/drawing/2014/main" id="{5A9D4900-7B02-A9CD-CEEC-D3198CEE0EF8}"/>
              </a:ext>
            </a:extLst>
          </p:cNvPr>
          <p:cNvPicPr>
            <a:picLocks noChangeAspect="1"/>
          </p:cNvPicPr>
          <p:nvPr/>
        </p:nvPicPr>
        <p:blipFill>
          <a:blip r:embed="rId4"/>
          <a:srcRect l="26726"/>
          <a:stretch/>
        </p:blipFill>
        <p:spPr>
          <a:xfrm>
            <a:off x="406736" y="812471"/>
            <a:ext cx="4680000" cy="3065405"/>
          </a:xfrm>
          <a:prstGeom prst="rect">
            <a:avLst/>
          </a:prstGeom>
        </p:spPr>
      </p:pic>
    </p:spTree>
    <p:extLst>
      <p:ext uri="{BB962C8B-B14F-4D97-AF65-F5344CB8AC3E}">
        <p14:creationId xmlns:p14="http://schemas.microsoft.com/office/powerpoint/2010/main" val="4101661121"/>
      </p:ext>
    </p:extLst>
  </p:cSld>
  <p:clrMapOvr>
    <a:masterClrMapping/>
  </p:clrMapOvr>
  <mc:AlternateContent xmlns:mc="http://schemas.openxmlformats.org/markup-compatibility/2006" xmlns:p14="http://schemas.microsoft.com/office/powerpoint/2010/main">
    <mc:Choice Requires="p14">
      <p:transition spd="med" p14:dur="700">
        <p:fade/>
        <p:sndAc>
          <p:stSnd>
            <p:snd r:embed="rId2" name="click.wav"/>
          </p:stSnd>
        </p:sndAc>
      </p:transition>
    </mc:Choice>
    <mc:Fallback xmlns="">
      <p:transition spd="med">
        <p:fade/>
        <p:sndAc>
          <p:stSnd>
            <p:snd r:embed="rId5" name="click.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483C945-B751-48FD-3F69-19B1F7F32470}"/>
              </a:ext>
            </a:extLst>
          </p:cNvPr>
          <p:cNvGrpSpPr/>
          <p:nvPr/>
        </p:nvGrpSpPr>
        <p:grpSpPr>
          <a:xfrm>
            <a:off x="1242000" y="987010"/>
            <a:ext cx="6660000" cy="3169480"/>
            <a:chOff x="1242000" y="469864"/>
            <a:chExt cx="6660000" cy="3169480"/>
          </a:xfrm>
        </p:grpSpPr>
        <p:grpSp>
          <p:nvGrpSpPr>
            <p:cNvPr id="7" name="Group 6">
              <a:extLst>
                <a:ext uri="{FF2B5EF4-FFF2-40B4-BE49-F238E27FC236}">
                  <a16:creationId xmlns:a16="http://schemas.microsoft.com/office/drawing/2014/main" id="{4A0BB461-DAE2-E9F9-A913-E4E251A4E9AF}"/>
                </a:ext>
              </a:extLst>
            </p:cNvPr>
            <p:cNvGrpSpPr/>
            <p:nvPr/>
          </p:nvGrpSpPr>
          <p:grpSpPr>
            <a:xfrm>
              <a:off x="1529358" y="1504157"/>
              <a:ext cx="6085284" cy="2135187"/>
              <a:chOff x="1529358" y="1504157"/>
              <a:chExt cx="6085284" cy="2135187"/>
            </a:xfrm>
          </p:grpSpPr>
          <p:grpSp>
            <p:nvGrpSpPr>
              <p:cNvPr id="53" name="Group 52"/>
              <p:cNvGrpSpPr/>
              <p:nvPr/>
            </p:nvGrpSpPr>
            <p:grpSpPr>
              <a:xfrm>
                <a:off x="1529358" y="1504157"/>
                <a:ext cx="6085284" cy="2135187"/>
                <a:chOff x="1529358" y="1504157"/>
                <a:chExt cx="6085284" cy="2135187"/>
              </a:xfrm>
              <a:effectLst>
                <a:outerShdw blurRad="76200" dir="13500000" sy="23000" kx="1200000" algn="br" rotWithShape="0">
                  <a:prstClr val="black">
                    <a:alpha val="20000"/>
                  </a:prstClr>
                </a:outerShdw>
              </a:effectLst>
            </p:grpSpPr>
            <p:sp>
              <p:nvSpPr>
                <p:cNvPr id="33" name="Rectangle 32"/>
                <p:cNvSpPr/>
                <p:nvPr/>
              </p:nvSpPr>
              <p:spPr>
                <a:xfrm>
                  <a:off x="1529358" y="1504157"/>
                  <a:ext cx="1814909" cy="213518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34" name="Rectangle 33"/>
                <p:cNvSpPr/>
                <p:nvPr/>
              </p:nvSpPr>
              <p:spPr>
                <a:xfrm>
                  <a:off x="1620104" y="1589564"/>
                  <a:ext cx="1633418" cy="1387871"/>
                </a:xfrm>
                <a:prstGeom prst="rect">
                  <a:avLst/>
                </a:prstGeom>
                <a:blipFill>
                  <a:blip r:embed="rId3">
                    <a:extLst>
                      <a:ext uri="{28A0092B-C50C-407E-A947-70E740481C1C}">
                        <a14:useLocalDpi xmlns:a14="http://schemas.microsoft.com/office/drawing/2010/main" val="0"/>
                      </a:ext>
                    </a:extLst>
                  </a:blip>
                  <a:srcRect/>
                  <a:stretch>
                    <a:fillRect t="-3000" b="-3000"/>
                  </a:stretch>
                </a:bli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35" name="Freeform 34"/>
                <p:cNvSpPr/>
                <p:nvPr/>
              </p:nvSpPr>
              <p:spPr>
                <a:xfrm>
                  <a:off x="1620104" y="3190972"/>
                  <a:ext cx="1633418" cy="362964"/>
                </a:xfrm>
                <a:custGeom>
                  <a:avLst/>
                  <a:gdLst>
                    <a:gd name="connsiteX0" fmla="*/ 0 w 1633418"/>
                    <a:gd name="connsiteY0" fmla="*/ 0 h 362964"/>
                    <a:gd name="connsiteX1" fmla="*/ 1633418 w 1633418"/>
                    <a:gd name="connsiteY1" fmla="*/ 0 h 362964"/>
                    <a:gd name="connsiteX2" fmla="*/ 1633418 w 1633418"/>
                    <a:gd name="connsiteY2" fmla="*/ 362964 h 362964"/>
                    <a:gd name="connsiteX3" fmla="*/ 0 w 1633418"/>
                    <a:gd name="connsiteY3" fmla="*/ 362964 h 362964"/>
                    <a:gd name="connsiteX4" fmla="*/ 0 w 1633418"/>
                    <a:gd name="connsiteY4" fmla="*/ 0 h 362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418" h="362964">
                      <a:moveTo>
                        <a:pt x="0" y="0"/>
                      </a:moveTo>
                      <a:lnTo>
                        <a:pt x="1633418" y="0"/>
                      </a:lnTo>
                      <a:lnTo>
                        <a:pt x="1633418" y="362964"/>
                      </a:lnTo>
                      <a:lnTo>
                        <a:pt x="0" y="362964"/>
                      </a:lnTo>
                      <a:lnTo>
                        <a:pt x="0" y="0"/>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70" tIns="26670" rIns="26670" bIns="26670" numCol="1" spcCol="1270" anchor="ctr" anchorCtr="0">
                  <a:noAutofit/>
                </a:bodyPr>
                <a:lstStyle/>
                <a:p>
                  <a:pPr lvl="0" algn="ctr" defTabSz="311150">
                    <a:lnSpc>
                      <a:spcPct val="90000"/>
                    </a:lnSpc>
                    <a:spcBef>
                      <a:spcPct val="0"/>
                    </a:spcBef>
                    <a:spcAft>
                      <a:spcPct val="35000"/>
                    </a:spcAft>
                  </a:pPr>
                  <a:r>
                    <a:rPr lang="en-US" sz="1000" b="1" kern="1200" dirty="0">
                      <a:ln w="0"/>
                      <a:solidFill>
                        <a:srgbClr val="000000"/>
                      </a:solidFill>
                      <a:effectLst>
                        <a:outerShdw blurRad="38100" dist="19050" dir="2700000" algn="tl" rotWithShape="0">
                          <a:schemeClr val="dk1">
                            <a:alpha val="40000"/>
                          </a:schemeClr>
                        </a:outerShdw>
                      </a:effectLst>
                    </a:rPr>
                    <a:t>Data Organization and Management</a:t>
                  </a:r>
                </a:p>
              </p:txBody>
            </p:sp>
            <p:sp>
              <p:nvSpPr>
                <p:cNvPr id="36" name="Freeform 35"/>
                <p:cNvSpPr/>
                <p:nvPr/>
              </p:nvSpPr>
              <p:spPr>
                <a:xfrm>
                  <a:off x="1620104" y="2977436"/>
                  <a:ext cx="1633418" cy="213535"/>
                </a:xfrm>
                <a:custGeom>
                  <a:avLst/>
                  <a:gdLst>
                    <a:gd name="connsiteX0" fmla="*/ 0 w 1633418"/>
                    <a:gd name="connsiteY0" fmla="*/ 0 h 213535"/>
                    <a:gd name="connsiteX1" fmla="*/ 1633418 w 1633418"/>
                    <a:gd name="connsiteY1" fmla="*/ 0 h 213535"/>
                    <a:gd name="connsiteX2" fmla="*/ 1633418 w 1633418"/>
                    <a:gd name="connsiteY2" fmla="*/ 213535 h 213535"/>
                    <a:gd name="connsiteX3" fmla="*/ 0 w 1633418"/>
                    <a:gd name="connsiteY3" fmla="*/ 213535 h 213535"/>
                    <a:gd name="connsiteX4" fmla="*/ 0 w 1633418"/>
                    <a:gd name="connsiteY4" fmla="*/ 0 h 213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418" h="213535">
                      <a:moveTo>
                        <a:pt x="0" y="0"/>
                      </a:moveTo>
                      <a:lnTo>
                        <a:pt x="1633418" y="0"/>
                      </a:lnTo>
                      <a:lnTo>
                        <a:pt x="1633418" y="213535"/>
                      </a:lnTo>
                      <a:lnTo>
                        <a:pt x="0" y="213535"/>
                      </a:lnTo>
                      <a:lnTo>
                        <a:pt x="0" y="0"/>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6670" tIns="26670" rIns="26670" bIns="26670" numCol="1" spcCol="1270" anchor="ctr" anchorCtr="0">
                  <a:noAutofit/>
                </a:bodyPr>
                <a:lstStyle/>
                <a:p>
                  <a:pPr lvl="0" algn="ctr" defTabSz="311150">
                    <a:lnSpc>
                      <a:spcPct val="90000"/>
                    </a:lnSpc>
                    <a:spcBef>
                      <a:spcPct val="0"/>
                    </a:spcBef>
                    <a:spcAft>
                      <a:spcPct val="35000"/>
                    </a:spcAft>
                  </a:pPr>
                  <a:endParaRPr lang="en-US" sz="700" b="1" kern="1200" cap="none" spc="0" dirty="0">
                    <a:ln w="0"/>
                    <a:solidFill>
                      <a:srgbClr val="823E43"/>
                    </a:solidFill>
                    <a:effectLst>
                      <a:outerShdw blurRad="38100" dist="19050" dir="2700000" algn="tl" rotWithShape="0">
                        <a:schemeClr val="dk1">
                          <a:alpha val="40000"/>
                        </a:schemeClr>
                      </a:outerShdw>
                    </a:effectLst>
                  </a:endParaRPr>
                </a:p>
              </p:txBody>
            </p:sp>
            <p:sp>
              <p:nvSpPr>
                <p:cNvPr id="37" name="Rectangle 36"/>
                <p:cNvSpPr/>
                <p:nvPr/>
              </p:nvSpPr>
              <p:spPr>
                <a:xfrm>
                  <a:off x="3664546" y="1504157"/>
                  <a:ext cx="1814909" cy="213518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38" name="Rectangle 37"/>
                <p:cNvSpPr/>
                <p:nvPr/>
              </p:nvSpPr>
              <p:spPr>
                <a:xfrm>
                  <a:off x="3755291" y="1589564"/>
                  <a:ext cx="1633418" cy="1387871"/>
                </a:xfrm>
                <a:prstGeom prst="rect">
                  <a:avLst/>
                </a:prstGeom>
                <a:blipFill>
                  <a:blip r:embed="rId4">
                    <a:extLst>
                      <a:ext uri="{28A0092B-C50C-407E-A947-70E740481C1C}">
                        <a14:useLocalDpi xmlns:a14="http://schemas.microsoft.com/office/drawing/2010/main" val="0"/>
                      </a:ext>
                    </a:extLst>
                  </a:blip>
                  <a:srcRect/>
                  <a:stretch>
                    <a:fillRect t="-1000" b="-1000"/>
                  </a:stretch>
                </a:bli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39" name="Freeform 38"/>
                <p:cNvSpPr/>
                <p:nvPr/>
              </p:nvSpPr>
              <p:spPr>
                <a:xfrm>
                  <a:off x="3755291" y="3190972"/>
                  <a:ext cx="1633418" cy="362964"/>
                </a:xfrm>
                <a:custGeom>
                  <a:avLst/>
                  <a:gdLst>
                    <a:gd name="connsiteX0" fmla="*/ 0 w 1633418"/>
                    <a:gd name="connsiteY0" fmla="*/ 0 h 362964"/>
                    <a:gd name="connsiteX1" fmla="*/ 1633418 w 1633418"/>
                    <a:gd name="connsiteY1" fmla="*/ 0 h 362964"/>
                    <a:gd name="connsiteX2" fmla="*/ 1633418 w 1633418"/>
                    <a:gd name="connsiteY2" fmla="*/ 362964 h 362964"/>
                    <a:gd name="connsiteX3" fmla="*/ 0 w 1633418"/>
                    <a:gd name="connsiteY3" fmla="*/ 362964 h 362964"/>
                    <a:gd name="connsiteX4" fmla="*/ 0 w 1633418"/>
                    <a:gd name="connsiteY4" fmla="*/ 0 h 362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418" h="362964">
                      <a:moveTo>
                        <a:pt x="0" y="0"/>
                      </a:moveTo>
                      <a:lnTo>
                        <a:pt x="1633418" y="0"/>
                      </a:lnTo>
                      <a:lnTo>
                        <a:pt x="1633418" y="362964"/>
                      </a:lnTo>
                      <a:lnTo>
                        <a:pt x="0" y="362964"/>
                      </a:lnTo>
                      <a:lnTo>
                        <a:pt x="0" y="0"/>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70" tIns="26670" rIns="26670" bIns="26670" numCol="1" spcCol="1270" anchor="ctr" anchorCtr="0">
                  <a:noAutofit/>
                </a:bodyPr>
                <a:lstStyle/>
                <a:p>
                  <a:pPr lvl="0" algn="ctr" defTabSz="311150">
                    <a:lnSpc>
                      <a:spcPct val="90000"/>
                    </a:lnSpc>
                    <a:spcBef>
                      <a:spcPct val="0"/>
                    </a:spcBef>
                    <a:spcAft>
                      <a:spcPct val="35000"/>
                    </a:spcAft>
                  </a:pPr>
                  <a:r>
                    <a:rPr lang="en-US" sz="700" b="0" kern="1200" cap="none" spc="0" dirty="0">
                      <a:ln w="0"/>
                      <a:solidFill>
                        <a:srgbClr val="823E43"/>
                      </a:solidFill>
                      <a:effectLst>
                        <a:outerShdw blurRad="38100" dist="19050" dir="2700000" algn="tl" rotWithShape="0">
                          <a:schemeClr val="dk1">
                            <a:alpha val="40000"/>
                          </a:schemeClr>
                        </a:outerShdw>
                      </a:effectLst>
                    </a:rPr>
                    <a:t> </a:t>
                  </a:r>
                </a:p>
              </p:txBody>
            </p:sp>
            <p:sp>
              <p:nvSpPr>
                <p:cNvPr id="40" name="Freeform 39"/>
                <p:cNvSpPr/>
                <p:nvPr/>
              </p:nvSpPr>
              <p:spPr>
                <a:xfrm>
                  <a:off x="3755291" y="2977436"/>
                  <a:ext cx="1633418" cy="213535"/>
                </a:xfrm>
                <a:custGeom>
                  <a:avLst/>
                  <a:gdLst>
                    <a:gd name="connsiteX0" fmla="*/ 0 w 1633418"/>
                    <a:gd name="connsiteY0" fmla="*/ 0 h 213535"/>
                    <a:gd name="connsiteX1" fmla="*/ 1633418 w 1633418"/>
                    <a:gd name="connsiteY1" fmla="*/ 0 h 213535"/>
                    <a:gd name="connsiteX2" fmla="*/ 1633418 w 1633418"/>
                    <a:gd name="connsiteY2" fmla="*/ 213535 h 213535"/>
                    <a:gd name="connsiteX3" fmla="*/ 0 w 1633418"/>
                    <a:gd name="connsiteY3" fmla="*/ 213535 h 213535"/>
                    <a:gd name="connsiteX4" fmla="*/ 0 w 1633418"/>
                    <a:gd name="connsiteY4" fmla="*/ 0 h 213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418" h="213535">
                      <a:moveTo>
                        <a:pt x="0" y="0"/>
                      </a:moveTo>
                      <a:lnTo>
                        <a:pt x="1633418" y="0"/>
                      </a:lnTo>
                      <a:lnTo>
                        <a:pt x="1633418" y="213535"/>
                      </a:lnTo>
                      <a:lnTo>
                        <a:pt x="0" y="213535"/>
                      </a:lnTo>
                      <a:lnTo>
                        <a:pt x="0" y="0"/>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6670" tIns="26670" rIns="26670" bIns="26670" numCol="1" spcCol="1270" anchor="ctr" anchorCtr="0">
                  <a:noAutofit/>
                </a:bodyPr>
                <a:lstStyle/>
                <a:p>
                  <a:pPr lvl="0" algn="ctr" defTabSz="311150">
                    <a:lnSpc>
                      <a:spcPct val="90000"/>
                    </a:lnSpc>
                    <a:spcBef>
                      <a:spcPct val="0"/>
                    </a:spcBef>
                    <a:spcAft>
                      <a:spcPct val="35000"/>
                    </a:spcAft>
                  </a:pPr>
                  <a:endParaRPr lang="en-US" sz="700" b="1" kern="1200" cap="none" spc="0" dirty="0">
                    <a:ln w="0"/>
                    <a:solidFill>
                      <a:srgbClr val="823E43"/>
                    </a:solidFill>
                    <a:effectLst>
                      <a:outerShdw blurRad="38100" dist="19050" dir="2700000" algn="tl" rotWithShape="0">
                        <a:schemeClr val="dk1">
                          <a:alpha val="40000"/>
                        </a:schemeClr>
                      </a:outerShdw>
                    </a:effectLst>
                  </a:endParaRPr>
                </a:p>
              </p:txBody>
            </p:sp>
            <p:sp>
              <p:nvSpPr>
                <p:cNvPr id="41" name="Rectangle 40"/>
                <p:cNvSpPr/>
                <p:nvPr/>
              </p:nvSpPr>
              <p:spPr>
                <a:xfrm>
                  <a:off x="5799733" y="1504157"/>
                  <a:ext cx="1814909" cy="213518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42" name="Rectangle 41"/>
                <p:cNvSpPr/>
                <p:nvPr/>
              </p:nvSpPr>
              <p:spPr>
                <a:xfrm>
                  <a:off x="5890479" y="1589564"/>
                  <a:ext cx="1633418" cy="1387871"/>
                </a:xfrm>
                <a:prstGeom prst="rect">
                  <a:avLst/>
                </a:prstGeom>
                <a:blipFill>
                  <a:blip r:embed="rId5">
                    <a:extLst>
                      <a:ext uri="{28A0092B-C50C-407E-A947-70E740481C1C}">
                        <a14:useLocalDpi xmlns:a14="http://schemas.microsoft.com/office/drawing/2010/main" val="0"/>
                      </a:ext>
                    </a:extLst>
                  </a:blip>
                  <a:srcRect/>
                  <a:stretch>
                    <a:fillRect t="-3000" b="-3000"/>
                  </a:stretch>
                </a:bli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43" name="Freeform 42"/>
                <p:cNvSpPr/>
                <p:nvPr/>
              </p:nvSpPr>
              <p:spPr>
                <a:xfrm>
                  <a:off x="5890479" y="3190972"/>
                  <a:ext cx="1633418" cy="362964"/>
                </a:xfrm>
                <a:custGeom>
                  <a:avLst/>
                  <a:gdLst>
                    <a:gd name="connsiteX0" fmla="*/ 0 w 1633418"/>
                    <a:gd name="connsiteY0" fmla="*/ 0 h 362964"/>
                    <a:gd name="connsiteX1" fmla="*/ 1633418 w 1633418"/>
                    <a:gd name="connsiteY1" fmla="*/ 0 h 362964"/>
                    <a:gd name="connsiteX2" fmla="*/ 1633418 w 1633418"/>
                    <a:gd name="connsiteY2" fmla="*/ 362964 h 362964"/>
                    <a:gd name="connsiteX3" fmla="*/ 0 w 1633418"/>
                    <a:gd name="connsiteY3" fmla="*/ 362964 h 362964"/>
                    <a:gd name="connsiteX4" fmla="*/ 0 w 1633418"/>
                    <a:gd name="connsiteY4" fmla="*/ 0 h 362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418" h="362964">
                      <a:moveTo>
                        <a:pt x="0" y="0"/>
                      </a:moveTo>
                      <a:lnTo>
                        <a:pt x="1633418" y="0"/>
                      </a:lnTo>
                      <a:lnTo>
                        <a:pt x="1633418" y="362964"/>
                      </a:lnTo>
                      <a:lnTo>
                        <a:pt x="0" y="362964"/>
                      </a:lnTo>
                      <a:lnTo>
                        <a:pt x="0" y="0"/>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70" tIns="26670" rIns="26670" bIns="26670" numCol="1" spcCol="1270" anchor="ctr" anchorCtr="0">
                  <a:noAutofit/>
                </a:bodyPr>
                <a:lstStyle/>
                <a:p>
                  <a:pPr lvl="0" algn="ctr" defTabSz="311150">
                    <a:lnSpc>
                      <a:spcPct val="90000"/>
                    </a:lnSpc>
                    <a:spcBef>
                      <a:spcPct val="0"/>
                    </a:spcBef>
                    <a:spcAft>
                      <a:spcPct val="35000"/>
                    </a:spcAft>
                  </a:pPr>
                  <a:r>
                    <a:rPr lang="en-US" sz="1000" b="1" kern="1200" dirty="0">
                      <a:ln w="0"/>
                      <a:solidFill>
                        <a:srgbClr val="000000"/>
                      </a:solidFill>
                      <a:effectLst>
                        <a:outerShdw blurRad="38100" dist="19050" dir="2700000" algn="tl" rotWithShape="0">
                          <a:schemeClr val="dk1">
                            <a:alpha val="40000"/>
                          </a:schemeClr>
                        </a:outerShdw>
                      </a:effectLst>
                    </a:rPr>
                    <a:t>Scalability and Performance</a:t>
                  </a:r>
                </a:p>
              </p:txBody>
            </p:sp>
            <p:sp>
              <p:nvSpPr>
                <p:cNvPr id="44" name="Freeform 43"/>
                <p:cNvSpPr/>
                <p:nvPr/>
              </p:nvSpPr>
              <p:spPr>
                <a:xfrm>
                  <a:off x="5890479" y="2977436"/>
                  <a:ext cx="1633418" cy="213535"/>
                </a:xfrm>
                <a:custGeom>
                  <a:avLst/>
                  <a:gdLst>
                    <a:gd name="connsiteX0" fmla="*/ 0 w 1633418"/>
                    <a:gd name="connsiteY0" fmla="*/ 0 h 213535"/>
                    <a:gd name="connsiteX1" fmla="*/ 1633418 w 1633418"/>
                    <a:gd name="connsiteY1" fmla="*/ 0 h 213535"/>
                    <a:gd name="connsiteX2" fmla="*/ 1633418 w 1633418"/>
                    <a:gd name="connsiteY2" fmla="*/ 213535 h 213535"/>
                    <a:gd name="connsiteX3" fmla="*/ 0 w 1633418"/>
                    <a:gd name="connsiteY3" fmla="*/ 213535 h 213535"/>
                    <a:gd name="connsiteX4" fmla="*/ 0 w 1633418"/>
                    <a:gd name="connsiteY4" fmla="*/ 0 h 213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418" h="213535">
                      <a:moveTo>
                        <a:pt x="0" y="0"/>
                      </a:moveTo>
                      <a:lnTo>
                        <a:pt x="1633418" y="0"/>
                      </a:lnTo>
                      <a:lnTo>
                        <a:pt x="1633418" y="213535"/>
                      </a:lnTo>
                      <a:lnTo>
                        <a:pt x="0" y="213535"/>
                      </a:lnTo>
                      <a:lnTo>
                        <a:pt x="0" y="0"/>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6670" tIns="26670" rIns="26670" bIns="26670" numCol="1" spcCol="1270" anchor="ctr" anchorCtr="0">
                  <a:noAutofit/>
                </a:bodyPr>
                <a:lstStyle/>
                <a:p>
                  <a:pPr lvl="0" algn="ctr" defTabSz="311150">
                    <a:lnSpc>
                      <a:spcPct val="90000"/>
                    </a:lnSpc>
                    <a:spcBef>
                      <a:spcPct val="0"/>
                    </a:spcBef>
                    <a:spcAft>
                      <a:spcPct val="35000"/>
                    </a:spcAft>
                  </a:pPr>
                  <a:endParaRPr lang="en-US" sz="700" b="1" kern="1200" cap="none" spc="0" dirty="0">
                    <a:ln w="0"/>
                    <a:solidFill>
                      <a:srgbClr val="823E43"/>
                    </a:solidFill>
                    <a:effectLst>
                      <a:outerShdw blurRad="38100" dist="19050" dir="2700000" algn="tl" rotWithShape="0">
                        <a:schemeClr val="dk1">
                          <a:alpha val="40000"/>
                        </a:schemeClr>
                      </a:outerShdw>
                    </a:effectLst>
                  </a:endParaRPr>
                </a:p>
              </p:txBody>
            </p:sp>
          </p:grpSp>
          <p:sp>
            <p:nvSpPr>
              <p:cNvPr id="49" name="Freeform 48"/>
              <p:cNvSpPr/>
              <p:nvPr/>
            </p:nvSpPr>
            <p:spPr>
              <a:xfrm>
                <a:off x="3764316" y="3195466"/>
                <a:ext cx="1633418" cy="362964"/>
              </a:xfrm>
              <a:custGeom>
                <a:avLst/>
                <a:gdLst>
                  <a:gd name="connsiteX0" fmla="*/ 0 w 1633418"/>
                  <a:gd name="connsiteY0" fmla="*/ 0 h 362964"/>
                  <a:gd name="connsiteX1" fmla="*/ 1633418 w 1633418"/>
                  <a:gd name="connsiteY1" fmla="*/ 0 h 362964"/>
                  <a:gd name="connsiteX2" fmla="*/ 1633418 w 1633418"/>
                  <a:gd name="connsiteY2" fmla="*/ 362964 h 362964"/>
                  <a:gd name="connsiteX3" fmla="*/ 0 w 1633418"/>
                  <a:gd name="connsiteY3" fmla="*/ 362964 h 362964"/>
                  <a:gd name="connsiteX4" fmla="*/ 0 w 1633418"/>
                  <a:gd name="connsiteY4" fmla="*/ 0 h 362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418" h="362964">
                    <a:moveTo>
                      <a:pt x="0" y="0"/>
                    </a:moveTo>
                    <a:lnTo>
                      <a:pt x="1633418" y="0"/>
                    </a:lnTo>
                    <a:lnTo>
                      <a:pt x="1633418" y="362964"/>
                    </a:lnTo>
                    <a:lnTo>
                      <a:pt x="0" y="362964"/>
                    </a:lnTo>
                    <a:lnTo>
                      <a:pt x="0" y="0"/>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70" tIns="26670" rIns="26670" bIns="26670" numCol="1" spcCol="1270" anchor="ctr" anchorCtr="0">
                <a:noAutofit/>
              </a:bodyPr>
              <a:lstStyle/>
              <a:p>
                <a:pPr algn="ctr" defTabSz="311150">
                  <a:lnSpc>
                    <a:spcPct val="90000"/>
                  </a:lnSpc>
                  <a:spcBef>
                    <a:spcPct val="0"/>
                  </a:spcBef>
                  <a:spcAft>
                    <a:spcPct val="35000"/>
                  </a:spcAft>
                </a:pPr>
                <a:r>
                  <a:rPr lang="en-US" sz="1000" b="1" kern="1200" dirty="0">
                    <a:ln w="0"/>
                    <a:solidFill>
                      <a:srgbClr val="000000"/>
                    </a:solidFill>
                    <a:effectLst>
                      <a:outerShdw blurRad="38100" dist="19050" dir="2700000" algn="tl" rotWithShape="0">
                        <a:schemeClr val="dk1">
                          <a:alpha val="40000"/>
                        </a:schemeClr>
                      </a:outerShdw>
                    </a:effectLst>
                  </a:rPr>
                  <a:t>Data Integrity and Consistency</a:t>
                </a:r>
              </a:p>
            </p:txBody>
          </p:sp>
        </p:grpSp>
        <p:grpSp>
          <p:nvGrpSpPr>
            <p:cNvPr id="8" name="Group 7">
              <a:extLst>
                <a:ext uri="{FF2B5EF4-FFF2-40B4-BE49-F238E27FC236}">
                  <a16:creationId xmlns:a16="http://schemas.microsoft.com/office/drawing/2014/main" id="{B68004C2-7799-E96F-65ED-65D51E2FE46E}"/>
                </a:ext>
              </a:extLst>
            </p:cNvPr>
            <p:cNvGrpSpPr/>
            <p:nvPr/>
          </p:nvGrpSpPr>
          <p:grpSpPr>
            <a:xfrm>
              <a:off x="1242000" y="469864"/>
              <a:ext cx="6660000" cy="540000"/>
              <a:chOff x="1242000" y="469864"/>
              <a:chExt cx="6660000" cy="540000"/>
            </a:xfrm>
          </p:grpSpPr>
          <p:sp>
            <p:nvSpPr>
              <p:cNvPr id="3" name="Title 1">
                <a:extLst>
                  <a:ext uri="{FF2B5EF4-FFF2-40B4-BE49-F238E27FC236}">
                    <a16:creationId xmlns:a16="http://schemas.microsoft.com/office/drawing/2014/main" id="{45A37187-38BE-7C89-9D26-73DF1416F66D}"/>
                  </a:ext>
                </a:extLst>
              </p:cNvPr>
              <p:cNvSpPr txBox="1">
                <a:spLocks/>
              </p:cNvSpPr>
              <p:nvPr/>
            </p:nvSpPr>
            <p:spPr>
              <a:xfrm>
                <a:off x="1242000" y="469864"/>
                <a:ext cx="6660000" cy="54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1pPr>
                <a:lvl2pPr marR="0" lvl="1"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2pPr>
                <a:lvl3pPr marR="0" lvl="2"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3pPr>
                <a:lvl4pPr marR="0" lvl="3"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4pPr>
                <a:lvl5pPr marR="0" lvl="4"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5pPr>
                <a:lvl6pPr marR="0" lvl="5"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6pPr>
                <a:lvl7pPr marR="0" lvl="6"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7pPr>
                <a:lvl8pPr marR="0" lvl="7"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8pPr>
                <a:lvl9pPr marR="0" lvl="8"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9pPr>
              </a:lstStyle>
              <a:p>
                <a:r>
                  <a:rPr lang="en-US" dirty="0">
                    <a:solidFill>
                      <a:srgbClr val="823E43"/>
                    </a:solidFill>
                    <a:latin typeface="Lexend Exa" panose="020B0604020202020204" charset="0"/>
                    <a:ea typeface="Kenao Sans Serif"/>
                    <a:cs typeface="Kenao Sans Serif"/>
                    <a:sym typeface="Kenao Sans Serif"/>
                  </a:rPr>
                  <a:t> DATABASE</a:t>
                </a:r>
                <a:r>
                  <a:rPr lang="en-US" dirty="0">
                    <a:solidFill>
                      <a:srgbClr val="000000"/>
                    </a:solidFill>
                    <a:latin typeface="Lexend Exa" panose="020B0604020202020204" charset="0"/>
                    <a:ea typeface="Kenao Sans Serif"/>
                    <a:cs typeface="Kenao Sans Serif"/>
                    <a:sym typeface="Kenao Sans Serif"/>
                  </a:rPr>
                  <a:t> IMPLEMENTATION</a:t>
                </a:r>
                <a:endParaRPr lang="en-US" dirty="0">
                  <a:latin typeface="Lexend Exa" panose="020B0604020202020204" charset="0"/>
                </a:endParaRPr>
              </a:p>
            </p:txBody>
          </p:sp>
          <p:cxnSp>
            <p:nvCxnSpPr>
              <p:cNvPr id="4" name="Google Shape;666;p62">
                <a:extLst>
                  <a:ext uri="{FF2B5EF4-FFF2-40B4-BE49-F238E27FC236}">
                    <a16:creationId xmlns:a16="http://schemas.microsoft.com/office/drawing/2014/main" id="{857722FB-3A15-6469-72A6-4BDFB7647023}"/>
                  </a:ext>
                </a:extLst>
              </p:cNvPr>
              <p:cNvCxnSpPr>
                <a:cxnSpLocks/>
              </p:cNvCxnSpPr>
              <p:nvPr/>
            </p:nvCxnSpPr>
            <p:spPr>
              <a:xfrm>
                <a:off x="1375646" y="1009864"/>
                <a:ext cx="2379645" cy="0"/>
              </a:xfrm>
              <a:prstGeom prst="straightConnector1">
                <a:avLst/>
              </a:prstGeom>
              <a:noFill/>
              <a:ln w="19050" cap="flat" cmpd="sng">
                <a:solidFill>
                  <a:schemeClr val="dk1"/>
                </a:solidFill>
                <a:prstDash val="solid"/>
                <a:round/>
                <a:headEnd type="none" w="med" len="med"/>
                <a:tailEnd type="none" w="med" len="med"/>
              </a:ln>
            </p:spPr>
          </p:cxnSp>
        </p:grpSp>
      </p:grpSp>
    </p:spTree>
    <p:extLst>
      <p:ext uri="{BB962C8B-B14F-4D97-AF65-F5344CB8AC3E}">
        <p14:creationId xmlns:p14="http://schemas.microsoft.com/office/powerpoint/2010/main" val="2126636902"/>
      </p:ext>
    </p:extLst>
  </p:cSld>
  <p:clrMapOvr>
    <a:masterClrMapping/>
  </p:clrMapOvr>
  <mc:AlternateContent xmlns:mc="http://schemas.openxmlformats.org/markup-compatibility/2006" xmlns:p14="http://schemas.microsoft.com/office/powerpoint/2010/main">
    <mc:Choice Requires="p14">
      <p:transition p14:dur="10">
        <p:sndAc>
          <p:stSnd>
            <p:snd r:embed="rId2" name="click.wav"/>
          </p:stSnd>
        </p:sndAc>
      </p:transition>
    </mc:Choice>
    <mc:Fallback xmlns="">
      <p:transition>
        <p:sndAc>
          <p:stSnd>
            <p:snd r:embed="rId7" name="click.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A85EE-365F-58D3-CC06-5A5E7F24FB64}"/>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F1AAE1F3-F486-75BB-384F-C28FE21FB682}"/>
              </a:ext>
            </a:extLst>
          </p:cNvPr>
          <p:cNvGrpSpPr/>
          <p:nvPr/>
        </p:nvGrpSpPr>
        <p:grpSpPr>
          <a:xfrm>
            <a:off x="438089" y="290422"/>
            <a:ext cx="8267822" cy="4562656"/>
            <a:chOff x="440707" y="290422"/>
            <a:chExt cx="8267822" cy="4562656"/>
          </a:xfrm>
        </p:grpSpPr>
        <p:grpSp>
          <p:nvGrpSpPr>
            <p:cNvPr id="23" name="Group 22">
              <a:extLst>
                <a:ext uri="{FF2B5EF4-FFF2-40B4-BE49-F238E27FC236}">
                  <a16:creationId xmlns:a16="http://schemas.microsoft.com/office/drawing/2014/main" id="{4B4A9970-BEB0-B184-FF38-F5CC0209A688}"/>
                </a:ext>
              </a:extLst>
            </p:cNvPr>
            <p:cNvGrpSpPr/>
            <p:nvPr/>
          </p:nvGrpSpPr>
          <p:grpSpPr>
            <a:xfrm>
              <a:off x="440707" y="290422"/>
              <a:ext cx="8262586" cy="4562656"/>
              <a:chOff x="440707" y="172253"/>
              <a:chExt cx="8262586" cy="4562656"/>
            </a:xfrm>
          </p:grpSpPr>
          <p:grpSp>
            <p:nvGrpSpPr>
              <p:cNvPr id="14" name="Group 13">
                <a:extLst>
                  <a:ext uri="{FF2B5EF4-FFF2-40B4-BE49-F238E27FC236}">
                    <a16:creationId xmlns:a16="http://schemas.microsoft.com/office/drawing/2014/main" id="{4167D434-DD22-6074-532C-4FABDB5B8BFD}"/>
                  </a:ext>
                </a:extLst>
              </p:cNvPr>
              <p:cNvGrpSpPr/>
              <p:nvPr/>
            </p:nvGrpSpPr>
            <p:grpSpPr>
              <a:xfrm>
                <a:off x="1242000" y="172253"/>
                <a:ext cx="6660000" cy="540000"/>
                <a:chOff x="1242000" y="407441"/>
                <a:chExt cx="6660000" cy="540000"/>
              </a:xfrm>
            </p:grpSpPr>
            <p:sp>
              <p:nvSpPr>
                <p:cNvPr id="3" name="Title 1">
                  <a:extLst>
                    <a:ext uri="{FF2B5EF4-FFF2-40B4-BE49-F238E27FC236}">
                      <a16:creationId xmlns:a16="http://schemas.microsoft.com/office/drawing/2014/main" id="{AB6AEB1B-1126-EF76-49A7-C5BB4A0AD9DC}"/>
                    </a:ext>
                  </a:extLst>
                </p:cNvPr>
                <p:cNvSpPr txBox="1">
                  <a:spLocks/>
                </p:cNvSpPr>
                <p:nvPr/>
              </p:nvSpPr>
              <p:spPr>
                <a:xfrm>
                  <a:off x="1242000" y="407441"/>
                  <a:ext cx="6660000" cy="54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1pPr>
                  <a:lvl2pPr marR="0" lvl="1"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2pPr>
                  <a:lvl3pPr marR="0" lvl="2"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3pPr>
                  <a:lvl4pPr marR="0" lvl="3"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4pPr>
                  <a:lvl5pPr marR="0" lvl="4"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5pPr>
                  <a:lvl6pPr marR="0" lvl="5"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6pPr>
                  <a:lvl7pPr marR="0" lvl="6"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7pPr>
                  <a:lvl8pPr marR="0" lvl="7"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8pPr>
                  <a:lvl9pPr marR="0" lvl="8"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9pPr>
                </a:lstStyle>
                <a:p>
                  <a:r>
                    <a:rPr lang="en-US" dirty="0">
                      <a:solidFill>
                        <a:srgbClr val="823E43"/>
                      </a:solidFill>
                      <a:latin typeface="Lexend Exa" panose="020B0604020202020204" charset="0"/>
                      <a:ea typeface="Kenao Sans Serif"/>
                      <a:cs typeface="Kenao Sans Serif"/>
                      <a:sym typeface="Kenao Sans Serif"/>
                    </a:rPr>
                    <a:t> DATABASE</a:t>
                  </a:r>
                  <a:r>
                    <a:rPr lang="en-US" dirty="0">
                      <a:solidFill>
                        <a:srgbClr val="000000"/>
                      </a:solidFill>
                      <a:latin typeface="Lexend Exa" panose="020B0604020202020204" charset="0"/>
                      <a:ea typeface="Kenao Sans Serif"/>
                      <a:cs typeface="Kenao Sans Serif"/>
                      <a:sym typeface="Kenao Sans Serif"/>
                    </a:rPr>
                    <a:t> IMPLEMENTATION</a:t>
                  </a:r>
                  <a:endParaRPr lang="en-US" dirty="0">
                    <a:latin typeface="Lexend Exa" panose="020B0604020202020204" charset="0"/>
                  </a:endParaRPr>
                </a:p>
              </p:txBody>
            </p:sp>
            <p:cxnSp>
              <p:nvCxnSpPr>
                <p:cNvPr id="4" name="Google Shape;666;p62">
                  <a:extLst>
                    <a:ext uri="{FF2B5EF4-FFF2-40B4-BE49-F238E27FC236}">
                      <a16:creationId xmlns:a16="http://schemas.microsoft.com/office/drawing/2014/main" id="{42FE4A24-5A0E-3B7F-A878-3053DCDC1803}"/>
                    </a:ext>
                  </a:extLst>
                </p:cNvPr>
                <p:cNvCxnSpPr>
                  <a:cxnSpLocks/>
                </p:cNvCxnSpPr>
                <p:nvPr/>
              </p:nvCxnSpPr>
              <p:spPr>
                <a:xfrm>
                  <a:off x="1383922" y="947441"/>
                  <a:ext cx="2379645" cy="0"/>
                </a:xfrm>
                <a:prstGeom prst="straightConnector1">
                  <a:avLst/>
                </a:prstGeom>
                <a:noFill/>
                <a:ln w="19050" cap="flat" cmpd="sng">
                  <a:solidFill>
                    <a:schemeClr val="dk1"/>
                  </a:solidFill>
                  <a:prstDash val="solid"/>
                  <a:round/>
                  <a:headEnd type="none" w="med" len="med"/>
                  <a:tailEnd type="none" w="med" len="med"/>
                </a:ln>
              </p:spPr>
            </p:cxnSp>
          </p:grpSp>
          <p:grpSp>
            <p:nvGrpSpPr>
              <p:cNvPr id="13" name="Group 12">
                <a:extLst>
                  <a:ext uri="{FF2B5EF4-FFF2-40B4-BE49-F238E27FC236}">
                    <a16:creationId xmlns:a16="http://schemas.microsoft.com/office/drawing/2014/main" id="{DE8A9B6D-CD2A-5EE6-A453-93FAAD9DC3E2}"/>
                  </a:ext>
                </a:extLst>
              </p:cNvPr>
              <p:cNvGrpSpPr/>
              <p:nvPr/>
            </p:nvGrpSpPr>
            <p:grpSpPr>
              <a:xfrm>
                <a:off x="440707" y="764481"/>
                <a:ext cx="2210108" cy="3514274"/>
                <a:chOff x="756296" y="1035669"/>
                <a:chExt cx="2210108" cy="3514274"/>
              </a:xfrm>
            </p:grpSpPr>
            <p:sp>
              <p:nvSpPr>
                <p:cNvPr id="6" name="TextBox 5">
                  <a:extLst>
                    <a:ext uri="{FF2B5EF4-FFF2-40B4-BE49-F238E27FC236}">
                      <a16:creationId xmlns:a16="http://schemas.microsoft.com/office/drawing/2014/main" id="{21205AE9-FF61-4BD4-8226-EDAEA1B1CE95}"/>
                    </a:ext>
                  </a:extLst>
                </p:cNvPr>
                <p:cNvSpPr txBox="1"/>
                <p:nvPr/>
              </p:nvSpPr>
              <p:spPr>
                <a:xfrm>
                  <a:off x="1321350" y="1035669"/>
                  <a:ext cx="1080000" cy="360000"/>
                </a:xfrm>
                <a:prstGeom prst="rect">
                  <a:avLst/>
                </a:prstGeom>
                <a:noFill/>
              </p:spPr>
              <p:txBody>
                <a:bodyPr wrap="square" rtlCol="0">
                  <a:spAutoFit/>
                </a:bodyPr>
                <a:lstStyle/>
                <a:p>
                  <a:pPr algn="ctr"/>
                  <a:r>
                    <a:rPr lang="en-US" sz="1800" dirty="0">
                      <a:solidFill>
                        <a:srgbClr val="000000"/>
                      </a:solidFill>
                      <a:effectLst>
                        <a:outerShdw blurRad="38100" dist="38100" dir="2700000" algn="tl">
                          <a:srgbClr val="000000">
                            <a:alpha val="43137"/>
                          </a:srgbClr>
                        </a:outerShdw>
                      </a:effectLst>
                      <a:latin typeface="Kenao Sans Serif"/>
                      <a:ea typeface="Kenao Sans Serif"/>
                      <a:cs typeface="Kenao Sans Serif"/>
                      <a:sym typeface="Kenao Sans Serif"/>
                    </a:rPr>
                    <a:t>Schema</a:t>
                  </a:r>
                </a:p>
              </p:txBody>
            </p:sp>
            <p:pic>
              <p:nvPicPr>
                <p:cNvPr id="10" name="Picture 9">
                  <a:extLst>
                    <a:ext uri="{FF2B5EF4-FFF2-40B4-BE49-F238E27FC236}">
                      <a16:creationId xmlns:a16="http://schemas.microsoft.com/office/drawing/2014/main" id="{7C3BFDC0-CD8C-F0E6-E542-3D87CD3538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296" y="1491991"/>
                  <a:ext cx="2210108" cy="3057952"/>
                </a:xfrm>
                <a:prstGeom prst="rect">
                  <a:avLst/>
                </a:prstGeom>
                <a:ln w="19050">
                  <a:solidFill>
                    <a:srgbClr val="823E43"/>
                  </a:solidFill>
                  <a:prstDash val="solid"/>
                </a:ln>
              </p:spPr>
            </p:pic>
          </p:grpSp>
          <p:sp>
            <p:nvSpPr>
              <p:cNvPr id="15" name="Subtitle 4">
                <a:extLst>
                  <a:ext uri="{FF2B5EF4-FFF2-40B4-BE49-F238E27FC236}">
                    <a16:creationId xmlns:a16="http://schemas.microsoft.com/office/drawing/2014/main" id="{11D12AB8-114A-CCA0-C990-3BA72F72FB86}"/>
                  </a:ext>
                </a:extLst>
              </p:cNvPr>
              <p:cNvSpPr txBox="1">
                <a:spLocks/>
              </p:cNvSpPr>
              <p:nvPr/>
            </p:nvSpPr>
            <p:spPr>
              <a:xfrm>
                <a:off x="4967213" y="728481"/>
                <a:ext cx="1620000" cy="43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1pPr>
                <a:lvl2pPr marL="914400" marR="0" lvl="1"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2pPr>
                <a:lvl3pPr marL="1371600" marR="0" lvl="2"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3pPr>
                <a:lvl4pPr marL="1828800" marR="0" lvl="3"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4pPr>
                <a:lvl5pPr marL="2286000" marR="0" lvl="4"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5pPr>
                <a:lvl6pPr marL="2743200" marR="0" lvl="5"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6pPr>
                <a:lvl7pPr marL="3200400" marR="0" lvl="6"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7pPr>
                <a:lvl8pPr marL="3657600" marR="0" lvl="7"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8pPr>
                <a:lvl9pPr marL="4114800" marR="0" lvl="8"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9pPr>
              </a:lstStyle>
              <a:p>
                <a:pPr algn="l">
                  <a:buClr>
                    <a:srgbClr val="000000"/>
                  </a:buClr>
                  <a:buFont typeface="Arial"/>
                </a:pPr>
                <a:r>
                  <a:rPr lang="en-US" sz="1800" dirty="0">
                    <a:solidFill>
                      <a:srgbClr val="000000"/>
                    </a:solidFill>
                    <a:effectLst>
                      <a:outerShdw blurRad="38100" dist="38100" dir="2700000" algn="tl">
                        <a:srgbClr val="000000">
                          <a:alpha val="43137"/>
                        </a:srgbClr>
                      </a:outerShdw>
                    </a:effectLst>
                    <a:latin typeface="Kenao Sans Serif"/>
                    <a:cs typeface="Kenao Sans Serif"/>
                    <a:sym typeface="Arial"/>
                  </a:rPr>
                  <a:t>Users view</a:t>
                </a:r>
              </a:p>
            </p:txBody>
          </p:sp>
          <p:pic>
            <p:nvPicPr>
              <p:cNvPr id="16" name="Picture 15">
                <a:extLst>
                  <a:ext uri="{FF2B5EF4-FFF2-40B4-BE49-F238E27FC236}">
                    <a16:creationId xmlns:a16="http://schemas.microsoft.com/office/drawing/2014/main" id="{FF3B1A56-A593-90DD-EE67-84076E0A21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51133" y="1220803"/>
                <a:ext cx="5852160" cy="700323"/>
              </a:xfrm>
              <a:prstGeom prst="rect">
                <a:avLst/>
              </a:prstGeom>
              <a:ln w="19050">
                <a:solidFill>
                  <a:srgbClr val="823E43"/>
                </a:solidFill>
              </a:ln>
            </p:spPr>
          </p:pic>
          <p:grpSp>
            <p:nvGrpSpPr>
              <p:cNvPr id="22" name="Group 21">
                <a:extLst>
                  <a:ext uri="{FF2B5EF4-FFF2-40B4-BE49-F238E27FC236}">
                    <a16:creationId xmlns:a16="http://schemas.microsoft.com/office/drawing/2014/main" id="{83F3CAFE-3872-7B27-5872-6D07E005E095}"/>
                  </a:ext>
                </a:extLst>
              </p:cNvPr>
              <p:cNvGrpSpPr/>
              <p:nvPr/>
            </p:nvGrpSpPr>
            <p:grpSpPr>
              <a:xfrm>
                <a:off x="2773567" y="1921126"/>
                <a:ext cx="1980000" cy="2813783"/>
                <a:chOff x="2773567" y="2157465"/>
                <a:chExt cx="1980000" cy="2813783"/>
              </a:xfrm>
            </p:grpSpPr>
            <p:sp>
              <p:nvSpPr>
                <p:cNvPr id="17" name="Subtitle 6">
                  <a:extLst>
                    <a:ext uri="{FF2B5EF4-FFF2-40B4-BE49-F238E27FC236}">
                      <a16:creationId xmlns:a16="http://schemas.microsoft.com/office/drawing/2014/main" id="{3603AA12-11DC-49A9-5D0A-D094FAA28EED}"/>
                    </a:ext>
                  </a:extLst>
                </p:cNvPr>
                <p:cNvSpPr txBox="1">
                  <a:spLocks/>
                </p:cNvSpPr>
                <p:nvPr/>
              </p:nvSpPr>
              <p:spPr>
                <a:xfrm>
                  <a:off x="3007567" y="2157465"/>
                  <a:ext cx="1512000" cy="36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1pPr>
                  <a:lvl2pPr marL="914400" marR="0" lvl="1"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2pPr>
                  <a:lvl3pPr marL="1371600" marR="0" lvl="2"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3pPr>
                  <a:lvl4pPr marL="1828800" marR="0" lvl="3"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4pPr>
                  <a:lvl5pPr marL="2286000" marR="0" lvl="4"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5pPr>
                  <a:lvl6pPr marL="2743200" marR="0" lvl="5"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6pPr>
                  <a:lvl7pPr marL="3200400" marR="0" lvl="6"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7pPr>
                  <a:lvl8pPr marL="3657600" marR="0" lvl="7"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8pPr>
                  <a:lvl9pPr marL="4114800" marR="0" lvl="8"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9pPr>
                </a:lstStyle>
                <a:p>
                  <a:pPr algn="l">
                    <a:buClr>
                      <a:srgbClr val="000000"/>
                    </a:buClr>
                  </a:pPr>
                  <a:r>
                    <a:rPr lang="en-US" sz="1800" dirty="0">
                      <a:solidFill>
                        <a:srgbClr val="000000"/>
                      </a:solidFill>
                      <a:effectLst>
                        <a:outerShdw blurRad="38100" dist="38100" dir="2700000" algn="tl">
                          <a:srgbClr val="000000">
                            <a:alpha val="43137"/>
                          </a:srgbClr>
                        </a:outerShdw>
                      </a:effectLst>
                      <a:latin typeface="Kenao Sans Serif"/>
                      <a:cs typeface="Kenao Sans Serif"/>
                    </a:rPr>
                    <a:t>Roles view</a:t>
                  </a:r>
                </a:p>
              </p:txBody>
            </p:sp>
            <p:pic>
              <p:nvPicPr>
                <p:cNvPr id="18" name="Picture 17">
                  <a:extLst>
                    <a:ext uri="{FF2B5EF4-FFF2-40B4-BE49-F238E27FC236}">
                      <a16:creationId xmlns:a16="http://schemas.microsoft.com/office/drawing/2014/main" id="{F41F9417-5319-EA91-76C0-1AC322DE5B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75877" y="2641492"/>
                  <a:ext cx="1575380" cy="822960"/>
                </a:xfrm>
                <a:prstGeom prst="rect">
                  <a:avLst/>
                </a:prstGeom>
                <a:ln w="19050">
                  <a:solidFill>
                    <a:srgbClr val="823E43"/>
                  </a:solidFill>
                </a:ln>
              </p:spPr>
            </p:pic>
            <p:sp>
              <p:nvSpPr>
                <p:cNvPr id="19" name="Subtitle 7">
                  <a:extLst>
                    <a:ext uri="{FF2B5EF4-FFF2-40B4-BE49-F238E27FC236}">
                      <a16:creationId xmlns:a16="http://schemas.microsoft.com/office/drawing/2014/main" id="{05EF469D-1028-62A9-C158-D4C98A0A877E}"/>
                    </a:ext>
                  </a:extLst>
                </p:cNvPr>
                <p:cNvSpPr txBox="1">
                  <a:spLocks/>
                </p:cNvSpPr>
                <p:nvPr/>
              </p:nvSpPr>
              <p:spPr>
                <a:xfrm>
                  <a:off x="2773567" y="3464452"/>
                  <a:ext cx="1980000" cy="36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2000"/>
                    <a:buFont typeface="Lexend Exa"/>
                    <a:buNone/>
                    <a:defRPr sz="2000" b="0" i="0" u="none" strike="noStrike" cap="none">
                      <a:solidFill>
                        <a:schemeClr val="dk2"/>
                      </a:solidFill>
                      <a:latin typeface="Lexend Exa"/>
                      <a:ea typeface="Lexend Exa"/>
                      <a:cs typeface="Lexend Exa"/>
                      <a:sym typeface="Lexend Exa"/>
                    </a:defRPr>
                  </a:lvl1pPr>
                  <a:lvl2pPr marL="914400" marR="0" lvl="1"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2pPr>
                  <a:lvl3pPr marL="1371600" marR="0" lvl="2"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3pPr>
                  <a:lvl4pPr marL="1828800" marR="0" lvl="3"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4pPr>
                  <a:lvl5pPr marL="2286000" marR="0" lvl="4"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5pPr>
                  <a:lvl6pPr marL="2743200" marR="0" lvl="5"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6pPr>
                  <a:lvl7pPr marL="3200400" marR="0" lvl="6"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7pPr>
                  <a:lvl8pPr marL="3657600" marR="0" lvl="7"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8pPr>
                  <a:lvl9pPr marL="4114800" marR="0" lvl="8"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9pPr>
                </a:lstStyle>
                <a:p>
                  <a:pPr algn="l">
                    <a:buClr>
                      <a:srgbClr val="000000"/>
                    </a:buClr>
                    <a:buSzPts val="1400"/>
                  </a:pPr>
                  <a:r>
                    <a:rPr lang="en-US" sz="1800" dirty="0">
                      <a:solidFill>
                        <a:srgbClr val="000000"/>
                      </a:solidFill>
                      <a:effectLst>
                        <a:outerShdw blurRad="38100" dist="38100" dir="2700000" algn="tl">
                          <a:srgbClr val="000000">
                            <a:alpha val="43137"/>
                          </a:srgbClr>
                        </a:outerShdw>
                      </a:effectLst>
                      <a:latin typeface="Kenao Sans Serif"/>
                      <a:ea typeface="Red Hat Text"/>
                      <a:cs typeface="Kenao Sans Serif"/>
                      <a:sym typeface="Red Hat Text"/>
                    </a:rPr>
                    <a:t>Categories view</a:t>
                  </a:r>
                </a:p>
              </p:txBody>
            </p:sp>
            <p:pic>
              <p:nvPicPr>
                <p:cNvPr id="20" name="Picture 19">
                  <a:extLst>
                    <a:ext uri="{FF2B5EF4-FFF2-40B4-BE49-F238E27FC236}">
                      <a16:creationId xmlns:a16="http://schemas.microsoft.com/office/drawing/2014/main" id="{797D3367-84E5-9887-85A4-367603BAF6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63355" y="3951931"/>
                  <a:ext cx="1600423" cy="1019317"/>
                </a:xfrm>
                <a:prstGeom prst="rect">
                  <a:avLst/>
                </a:prstGeom>
                <a:ln w="19050">
                  <a:solidFill>
                    <a:srgbClr val="823E43"/>
                  </a:solidFill>
                </a:ln>
              </p:spPr>
            </p:pic>
          </p:grpSp>
        </p:grpSp>
        <p:sp>
          <p:nvSpPr>
            <p:cNvPr id="24" name="Subtitle 5">
              <a:extLst>
                <a:ext uri="{FF2B5EF4-FFF2-40B4-BE49-F238E27FC236}">
                  <a16:creationId xmlns:a16="http://schemas.microsoft.com/office/drawing/2014/main" id="{6DB7638C-0D25-D333-E76E-B8C9D3ECEFFB}"/>
                </a:ext>
              </a:extLst>
            </p:cNvPr>
            <p:cNvSpPr txBox="1">
              <a:spLocks/>
            </p:cNvSpPr>
            <p:nvPr/>
          </p:nvSpPr>
          <p:spPr>
            <a:xfrm>
              <a:off x="5718684" y="2048595"/>
              <a:ext cx="2160000" cy="43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2000"/>
                <a:buFont typeface="Lexend Exa"/>
                <a:buNone/>
                <a:defRPr sz="2000" b="0" i="0" u="none" strike="noStrike" cap="none">
                  <a:solidFill>
                    <a:schemeClr val="dk2"/>
                  </a:solidFill>
                  <a:latin typeface="Lexend Exa"/>
                  <a:ea typeface="Lexend Exa"/>
                  <a:cs typeface="Lexend Exa"/>
                  <a:sym typeface="Lexend Exa"/>
                </a:defRPr>
              </a:lvl1pPr>
              <a:lvl2pPr marL="914400" marR="0" lvl="1"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2pPr>
              <a:lvl3pPr marL="1371600" marR="0" lvl="2"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3pPr>
              <a:lvl4pPr marL="1828800" marR="0" lvl="3"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4pPr>
              <a:lvl5pPr marL="2286000" marR="0" lvl="4"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5pPr>
              <a:lvl6pPr marL="2743200" marR="0" lvl="5"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6pPr>
              <a:lvl7pPr marL="3200400" marR="0" lvl="6"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7pPr>
              <a:lvl8pPr marL="3657600" marR="0" lvl="7"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8pPr>
              <a:lvl9pPr marL="4114800" marR="0" lvl="8"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9pPr>
            </a:lstStyle>
            <a:p>
              <a:pPr algn="l"/>
              <a:r>
                <a:rPr lang="en-US" sz="1800" dirty="0"/>
                <a:t> </a:t>
              </a:r>
              <a:r>
                <a:rPr lang="en-US" sz="1800" dirty="0">
                  <a:solidFill>
                    <a:srgbClr val="000000"/>
                  </a:solidFill>
                  <a:effectLst>
                    <a:outerShdw blurRad="38100" dist="38100" dir="2700000" algn="tl">
                      <a:srgbClr val="000000">
                        <a:alpha val="43137"/>
                      </a:srgbClr>
                    </a:outerShdw>
                  </a:effectLst>
                  <a:latin typeface="Kenao Sans Serif"/>
                  <a:ea typeface="Red Hat Text"/>
                  <a:cs typeface="Kenao Sans Serif"/>
                  <a:sym typeface="Red Hat Text"/>
                </a:rPr>
                <a:t>Menu items view</a:t>
              </a:r>
            </a:p>
          </p:txBody>
        </p:sp>
        <p:pic>
          <p:nvPicPr>
            <p:cNvPr id="25" name="Picture 24">
              <a:extLst>
                <a:ext uri="{FF2B5EF4-FFF2-40B4-BE49-F238E27FC236}">
                  <a16:creationId xmlns:a16="http://schemas.microsoft.com/office/drawing/2014/main" id="{E3325773-2895-3E57-749C-D4432C794FD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88840" y="2526935"/>
              <a:ext cx="3819689" cy="2194560"/>
            </a:xfrm>
            <a:prstGeom prst="rect">
              <a:avLst/>
            </a:prstGeom>
            <a:ln w="19050">
              <a:solidFill>
                <a:srgbClr val="823E43"/>
              </a:solidFill>
            </a:ln>
          </p:spPr>
        </p:pic>
      </p:grpSp>
    </p:spTree>
    <p:extLst>
      <p:ext uri="{BB962C8B-B14F-4D97-AF65-F5344CB8AC3E}">
        <p14:creationId xmlns:p14="http://schemas.microsoft.com/office/powerpoint/2010/main" val="3923475166"/>
      </p:ext>
    </p:extLst>
  </p:cSld>
  <p:clrMapOvr>
    <a:masterClrMapping/>
  </p:clrMapOvr>
  <mc:AlternateContent xmlns:mc="http://schemas.openxmlformats.org/markup-compatibility/2006" xmlns:p14="http://schemas.microsoft.com/office/powerpoint/2010/main">
    <mc:Choice Requires="p14">
      <p:transition p14:dur="10">
        <p:sndAc>
          <p:stSnd>
            <p:snd r:embed="rId2" name="click.wav"/>
          </p:stSnd>
        </p:sndAc>
      </p:transition>
    </mc:Choice>
    <mc:Fallback xmlns="">
      <p:transition>
        <p:sndAc>
          <p:stSnd>
            <p:snd r:embed="rId8" name="click.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0144F-AB14-B00A-48EA-9C52783E42EC}"/>
            </a:ext>
          </a:extLst>
        </p:cNvPr>
        <p:cNvGrpSpPr/>
        <p:nvPr/>
      </p:nvGrpSpPr>
      <p:grpSpPr>
        <a:xfrm>
          <a:off x="0" y="0"/>
          <a:ext cx="0" cy="0"/>
          <a:chOff x="0" y="0"/>
          <a:chExt cx="0" cy="0"/>
        </a:xfrm>
      </p:grpSpPr>
      <p:grpSp>
        <p:nvGrpSpPr>
          <p:cNvPr id="29" name="Group 28">
            <a:extLst>
              <a:ext uri="{FF2B5EF4-FFF2-40B4-BE49-F238E27FC236}">
                <a16:creationId xmlns:a16="http://schemas.microsoft.com/office/drawing/2014/main" id="{0AF443FB-9ACE-3906-F863-28C1D90379CC}"/>
              </a:ext>
            </a:extLst>
          </p:cNvPr>
          <p:cNvGrpSpPr/>
          <p:nvPr/>
        </p:nvGrpSpPr>
        <p:grpSpPr>
          <a:xfrm>
            <a:off x="495975" y="290422"/>
            <a:ext cx="8152051" cy="4562656"/>
            <a:chOff x="409304" y="290422"/>
            <a:chExt cx="8152051" cy="4562656"/>
          </a:xfrm>
        </p:grpSpPr>
        <p:grpSp>
          <p:nvGrpSpPr>
            <p:cNvPr id="14" name="Group 13">
              <a:extLst>
                <a:ext uri="{FF2B5EF4-FFF2-40B4-BE49-F238E27FC236}">
                  <a16:creationId xmlns:a16="http://schemas.microsoft.com/office/drawing/2014/main" id="{1DDE9D09-C61E-0BF8-53DD-5CFC9D463346}"/>
                </a:ext>
              </a:extLst>
            </p:cNvPr>
            <p:cNvGrpSpPr/>
            <p:nvPr/>
          </p:nvGrpSpPr>
          <p:grpSpPr>
            <a:xfrm>
              <a:off x="1239382" y="290422"/>
              <a:ext cx="6660000" cy="540000"/>
              <a:chOff x="1242000" y="407441"/>
              <a:chExt cx="6660000" cy="540000"/>
            </a:xfrm>
          </p:grpSpPr>
          <p:sp>
            <p:nvSpPr>
              <p:cNvPr id="3" name="Title 1">
                <a:extLst>
                  <a:ext uri="{FF2B5EF4-FFF2-40B4-BE49-F238E27FC236}">
                    <a16:creationId xmlns:a16="http://schemas.microsoft.com/office/drawing/2014/main" id="{4CC01DF8-5D84-B26F-244A-BF1457886A9E}"/>
                  </a:ext>
                </a:extLst>
              </p:cNvPr>
              <p:cNvSpPr txBox="1">
                <a:spLocks/>
              </p:cNvSpPr>
              <p:nvPr/>
            </p:nvSpPr>
            <p:spPr>
              <a:xfrm>
                <a:off x="1242000" y="407441"/>
                <a:ext cx="6660000" cy="54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1pPr>
                <a:lvl2pPr marR="0" lvl="1"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2pPr>
                <a:lvl3pPr marR="0" lvl="2"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3pPr>
                <a:lvl4pPr marR="0" lvl="3"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4pPr>
                <a:lvl5pPr marR="0" lvl="4"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5pPr>
                <a:lvl6pPr marR="0" lvl="5"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6pPr>
                <a:lvl7pPr marR="0" lvl="6"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7pPr>
                <a:lvl8pPr marR="0" lvl="7"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8pPr>
                <a:lvl9pPr marR="0" lvl="8"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9pPr>
              </a:lstStyle>
              <a:p>
                <a:r>
                  <a:rPr lang="en-US" dirty="0">
                    <a:solidFill>
                      <a:srgbClr val="823E43"/>
                    </a:solidFill>
                    <a:latin typeface="Lexend Exa" panose="020B0604020202020204" charset="0"/>
                    <a:ea typeface="Kenao Sans Serif"/>
                    <a:cs typeface="Kenao Sans Serif"/>
                    <a:sym typeface="Kenao Sans Serif"/>
                  </a:rPr>
                  <a:t> DATABASE</a:t>
                </a:r>
                <a:r>
                  <a:rPr lang="en-US" dirty="0">
                    <a:solidFill>
                      <a:srgbClr val="000000"/>
                    </a:solidFill>
                    <a:latin typeface="Lexend Exa" panose="020B0604020202020204" charset="0"/>
                    <a:ea typeface="Kenao Sans Serif"/>
                    <a:cs typeface="Kenao Sans Serif"/>
                    <a:sym typeface="Kenao Sans Serif"/>
                  </a:rPr>
                  <a:t> IMPLEMENTATION</a:t>
                </a:r>
                <a:endParaRPr lang="en-US" dirty="0">
                  <a:latin typeface="Lexend Exa" panose="020B0604020202020204" charset="0"/>
                </a:endParaRPr>
              </a:p>
            </p:txBody>
          </p:sp>
          <p:cxnSp>
            <p:nvCxnSpPr>
              <p:cNvPr id="4" name="Google Shape;666;p62">
                <a:extLst>
                  <a:ext uri="{FF2B5EF4-FFF2-40B4-BE49-F238E27FC236}">
                    <a16:creationId xmlns:a16="http://schemas.microsoft.com/office/drawing/2014/main" id="{0C5A55D0-7E0F-A92B-4B7F-0E687891C201}"/>
                  </a:ext>
                </a:extLst>
              </p:cNvPr>
              <p:cNvCxnSpPr>
                <a:cxnSpLocks/>
              </p:cNvCxnSpPr>
              <p:nvPr/>
            </p:nvCxnSpPr>
            <p:spPr>
              <a:xfrm>
                <a:off x="1383922" y="947441"/>
                <a:ext cx="2379645" cy="0"/>
              </a:xfrm>
              <a:prstGeom prst="straightConnector1">
                <a:avLst/>
              </a:prstGeom>
              <a:noFill/>
              <a:ln w="19050" cap="flat" cmpd="sng">
                <a:solidFill>
                  <a:schemeClr val="dk1"/>
                </a:solidFill>
                <a:prstDash val="solid"/>
                <a:round/>
                <a:headEnd type="none" w="med" len="med"/>
                <a:tailEnd type="none" w="med" len="med"/>
              </a:ln>
            </p:spPr>
          </p:cxnSp>
        </p:grpSp>
        <p:sp>
          <p:nvSpPr>
            <p:cNvPr id="24" name="Subtitle 5">
              <a:extLst>
                <a:ext uri="{FF2B5EF4-FFF2-40B4-BE49-F238E27FC236}">
                  <a16:creationId xmlns:a16="http://schemas.microsoft.com/office/drawing/2014/main" id="{C588E652-D9E5-B387-B09D-C91556E7D535}"/>
                </a:ext>
              </a:extLst>
            </p:cNvPr>
            <p:cNvSpPr txBox="1">
              <a:spLocks/>
            </p:cNvSpPr>
            <p:nvPr/>
          </p:nvSpPr>
          <p:spPr>
            <a:xfrm>
              <a:off x="409304" y="891434"/>
              <a:ext cx="1944000" cy="36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2000"/>
                <a:buFont typeface="Lexend Exa"/>
                <a:buNone/>
                <a:defRPr sz="2000" b="0" i="0" u="none" strike="noStrike" cap="none">
                  <a:solidFill>
                    <a:schemeClr val="dk2"/>
                  </a:solidFill>
                  <a:latin typeface="Lexend Exa"/>
                  <a:ea typeface="Lexend Exa"/>
                  <a:cs typeface="Lexend Exa"/>
                  <a:sym typeface="Lexend Exa"/>
                </a:defRPr>
              </a:lvl1pPr>
              <a:lvl2pPr marL="914400" marR="0" lvl="1"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2pPr>
              <a:lvl3pPr marL="1371600" marR="0" lvl="2"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3pPr>
              <a:lvl4pPr marL="1828800" marR="0" lvl="3"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4pPr>
              <a:lvl5pPr marL="2286000" marR="0" lvl="4"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5pPr>
              <a:lvl6pPr marL="2743200" marR="0" lvl="5"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6pPr>
              <a:lvl7pPr marL="3200400" marR="0" lvl="6"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7pPr>
              <a:lvl8pPr marL="3657600" marR="0" lvl="7"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8pPr>
              <a:lvl9pPr marL="4114800" marR="0" lvl="8"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9pPr>
            </a:lstStyle>
            <a:p>
              <a:pPr algn="l"/>
              <a:r>
                <a:rPr lang="en-US" sz="1800" dirty="0">
                  <a:effectLst>
                    <a:outerShdw blurRad="38100" dist="38100" dir="2700000" algn="tl">
                      <a:srgbClr val="000000">
                        <a:alpha val="43137"/>
                      </a:srgbClr>
                    </a:outerShdw>
                  </a:effectLst>
                  <a:latin typeface="Kenao Sans Serif" panose="020B0604020202020204" charset="0"/>
                  <a:cs typeface="Kenao Sans Serif" panose="020B0604020202020204" charset="0"/>
                </a:rPr>
                <a:t>Suppliers view</a:t>
              </a:r>
            </a:p>
          </p:txBody>
        </p:sp>
        <p:pic>
          <p:nvPicPr>
            <p:cNvPr id="5" name="Picture 4">
              <a:extLst>
                <a:ext uri="{FF2B5EF4-FFF2-40B4-BE49-F238E27FC236}">
                  <a16:creationId xmlns:a16="http://schemas.microsoft.com/office/drawing/2014/main" id="{FD0A3B5B-4032-7C55-62ED-F03B67405DDA}"/>
                </a:ext>
              </a:extLst>
            </p:cNvPr>
            <p:cNvPicPr>
              <a:picLocks noChangeAspect="1"/>
            </p:cNvPicPr>
            <p:nvPr/>
          </p:nvPicPr>
          <p:blipFill>
            <a:blip r:embed="rId3"/>
            <a:stretch>
              <a:fillRect/>
            </a:stretch>
          </p:blipFill>
          <p:spPr>
            <a:xfrm>
              <a:off x="409304" y="1312445"/>
              <a:ext cx="4886325" cy="1800225"/>
            </a:xfrm>
            <a:prstGeom prst="rect">
              <a:avLst/>
            </a:prstGeom>
          </p:spPr>
        </p:pic>
        <p:pic>
          <p:nvPicPr>
            <p:cNvPr id="7" name="Picture 6">
              <a:extLst>
                <a:ext uri="{FF2B5EF4-FFF2-40B4-BE49-F238E27FC236}">
                  <a16:creationId xmlns:a16="http://schemas.microsoft.com/office/drawing/2014/main" id="{95F79708-A674-6862-B6C7-E7000BEF59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4751" y="1309789"/>
              <a:ext cx="1583036" cy="1800000"/>
            </a:xfrm>
            <a:prstGeom prst="rect">
              <a:avLst/>
            </a:prstGeom>
            <a:ln w="19050">
              <a:solidFill>
                <a:srgbClr val="823E43"/>
              </a:solidFill>
            </a:ln>
          </p:spPr>
        </p:pic>
        <p:sp>
          <p:nvSpPr>
            <p:cNvPr id="11" name="Subtitle 5">
              <a:extLst>
                <a:ext uri="{FF2B5EF4-FFF2-40B4-BE49-F238E27FC236}">
                  <a16:creationId xmlns:a16="http://schemas.microsoft.com/office/drawing/2014/main" id="{68BB0423-D9D5-FF28-8952-710D7B846AA0}"/>
                </a:ext>
              </a:extLst>
            </p:cNvPr>
            <p:cNvSpPr txBox="1">
              <a:spLocks/>
            </p:cNvSpPr>
            <p:nvPr/>
          </p:nvSpPr>
          <p:spPr>
            <a:xfrm>
              <a:off x="5248269" y="831682"/>
              <a:ext cx="2196000" cy="36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2000"/>
                <a:buFont typeface="Lexend Exa"/>
                <a:buNone/>
                <a:defRPr sz="2000" b="0" i="0" u="none" strike="noStrike" cap="none">
                  <a:solidFill>
                    <a:schemeClr val="dk2"/>
                  </a:solidFill>
                  <a:latin typeface="Lexend Exa"/>
                  <a:ea typeface="Lexend Exa"/>
                  <a:cs typeface="Lexend Exa"/>
                  <a:sym typeface="Lexend Exa"/>
                </a:defRPr>
              </a:lvl1pPr>
              <a:lvl2pPr marL="914400" marR="0" lvl="1"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2pPr>
              <a:lvl3pPr marL="1371600" marR="0" lvl="2"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3pPr>
              <a:lvl4pPr marL="1828800" marR="0" lvl="3"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4pPr>
              <a:lvl5pPr marL="2286000" marR="0" lvl="4"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5pPr>
              <a:lvl6pPr marL="2743200" marR="0" lvl="5"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6pPr>
              <a:lvl7pPr marL="3200400" marR="0" lvl="6"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7pPr>
              <a:lvl8pPr marL="3657600" marR="0" lvl="7"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8pPr>
              <a:lvl9pPr marL="4114800" marR="0" lvl="8"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9pPr>
            </a:lstStyle>
            <a:p>
              <a:pPr algn="l"/>
              <a:r>
                <a:rPr lang="en-US" sz="1800" dirty="0">
                  <a:effectLst>
                    <a:outerShdw blurRad="38100" dist="38100" dir="2700000" algn="tl">
                      <a:srgbClr val="000000">
                        <a:alpha val="43137"/>
                      </a:srgbClr>
                    </a:outerShdw>
                  </a:effectLst>
                  <a:latin typeface="Kenao Sans Serif" panose="020B0604020202020204" charset="0"/>
                  <a:cs typeface="Kenao Sans Serif" panose="020B0604020202020204" charset="0"/>
                </a:rPr>
                <a:t>Book copies view</a:t>
              </a:r>
            </a:p>
          </p:txBody>
        </p:sp>
        <p:sp>
          <p:nvSpPr>
            <p:cNvPr id="12" name="Subtitle 4">
              <a:extLst>
                <a:ext uri="{FF2B5EF4-FFF2-40B4-BE49-F238E27FC236}">
                  <a16:creationId xmlns:a16="http://schemas.microsoft.com/office/drawing/2014/main" id="{882AA95D-3DF4-F09D-3101-F28FE1AE36D4}"/>
                </a:ext>
              </a:extLst>
            </p:cNvPr>
            <p:cNvSpPr txBox="1">
              <a:spLocks/>
            </p:cNvSpPr>
            <p:nvPr/>
          </p:nvSpPr>
          <p:spPr>
            <a:xfrm>
              <a:off x="1309304" y="3085513"/>
              <a:ext cx="2088000" cy="36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1pPr>
              <a:lvl2pPr marL="914400" marR="0" lvl="1"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2pPr>
              <a:lvl3pPr marL="1371600" marR="0" lvl="2"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3pPr>
              <a:lvl4pPr marL="1828800" marR="0" lvl="3"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4pPr>
              <a:lvl5pPr marL="2286000" marR="0" lvl="4"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5pPr>
              <a:lvl6pPr marL="2743200" marR="0" lvl="5"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6pPr>
              <a:lvl7pPr marL="3200400" marR="0" lvl="6"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7pPr>
              <a:lvl8pPr marL="3657600" marR="0" lvl="7"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8pPr>
              <a:lvl9pPr marL="4114800" marR="0" lvl="8"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9pPr>
            </a:lstStyle>
            <a:p>
              <a:pPr algn="l">
                <a:buSzPts val="2000"/>
              </a:pPr>
              <a:r>
                <a:rPr lang="en-US" sz="1800" dirty="0">
                  <a:effectLst>
                    <a:outerShdw blurRad="38100" dist="38100" dir="2700000" algn="tl">
                      <a:srgbClr val="000000">
                        <a:alpha val="43137"/>
                      </a:srgbClr>
                    </a:outerShdw>
                  </a:effectLst>
                  <a:latin typeface="Kenao Sans Serif" panose="020B0604020202020204" charset="0"/>
                  <a:cs typeface="Kenao Sans Serif" panose="020B0604020202020204" charset="0"/>
                  <a:sym typeface="Lexend Exa"/>
                </a:rPr>
                <a:t>Customers view</a:t>
              </a:r>
            </a:p>
          </p:txBody>
        </p:sp>
        <p:pic>
          <p:nvPicPr>
            <p:cNvPr id="21" name="Picture 20">
              <a:extLst>
                <a:ext uri="{FF2B5EF4-FFF2-40B4-BE49-F238E27FC236}">
                  <a16:creationId xmlns:a16="http://schemas.microsoft.com/office/drawing/2014/main" id="{AEF08749-0D67-0194-9930-8FA35A7E63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2645" y="3521078"/>
              <a:ext cx="3541318" cy="1332000"/>
            </a:xfrm>
            <a:prstGeom prst="rect">
              <a:avLst/>
            </a:prstGeom>
            <a:ln w="19050">
              <a:solidFill>
                <a:srgbClr val="823E43"/>
              </a:solidFill>
            </a:ln>
          </p:spPr>
        </p:pic>
        <p:sp>
          <p:nvSpPr>
            <p:cNvPr id="27" name="Subtitle 3">
              <a:extLst>
                <a:ext uri="{FF2B5EF4-FFF2-40B4-BE49-F238E27FC236}">
                  <a16:creationId xmlns:a16="http://schemas.microsoft.com/office/drawing/2014/main" id="{40C65BE5-52D4-D714-8392-630A5F3801E2}"/>
                </a:ext>
              </a:extLst>
            </p:cNvPr>
            <p:cNvSpPr txBox="1">
              <a:spLocks/>
            </p:cNvSpPr>
            <p:nvPr/>
          </p:nvSpPr>
          <p:spPr>
            <a:xfrm>
              <a:off x="5480800" y="3109789"/>
              <a:ext cx="2243700" cy="40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2000"/>
                <a:buFont typeface="Lexend Exa"/>
                <a:buNone/>
                <a:defRPr sz="2000" b="0" i="0" u="none" strike="noStrike" cap="none">
                  <a:solidFill>
                    <a:schemeClr val="dk2"/>
                  </a:solidFill>
                  <a:latin typeface="Lexend Exa"/>
                  <a:ea typeface="Lexend Exa"/>
                  <a:cs typeface="Lexend Exa"/>
                  <a:sym typeface="Lexend Exa"/>
                </a:defRPr>
              </a:lvl1pPr>
              <a:lvl2pPr marL="914400" marR="0" lvl="1"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2pPr>
              <a:lvl3pPr marL="1371600" marR="0" lvl="2"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3pPr>
              <a:lvl4pPr marL="1828800" marR="0" lvl="3"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4pPr>
              <a:lvl5pPr marL="2286000" marR="0" lvl="4"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5pPr>
              <a:lvl6pPr marL="2743200" marR="0" lvl="5"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6pPr>
              <a:lvl7pPr marL="3200400" marR="0" lvl="6"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7pPr>
              <a:lvl8pPr marL="3657600" marR="0" lvl="7"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8pPr>
              <a:lvl9pPr marL="4114800" marR="0" lvl="8"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9pPr>
            </a:lstStyle>
            <a:p>
              <a:pPr algn="l"/>
              <a:r>
                <a:rPr lang="en-US" sz="1800" dirty="0">
                  <a:effectLst>
                    <a:outerShdw blurRad="38100" dist="38100" dir="2700000" algn="tl">
                      <a:srgbClr val="000000">
                        <a:alpha val="43137"/>
                      </a:srgbClr>
                    </a:outerShdw>
                  </a:effectLst>
                  <a:latin typeface="Kenao Sans Serif" panose="020B0604020202020204" charset="0"/>
                  <a:cs typeface="Kenao Sans Serif" panose="020B0604020202020204" charset="0"/>
                  <a:sym typeface="Red Hat Text"/>
                </a:rPr>
                <a:t>Notifications view</a:t>
              </a:r>
            </a:p>
          </p:txBody>
        </p:sp>
        <p:pic>
          <p:nvPicPr>
            <p:cNvPr id="28" name="Picture 27">
              <a:extLst>
                <a:ext uri="{FF2B5EF4-FFF2-40B4-BE49-F238E27FC236}">
                  <a16:creationId xmlns:a16="http://schemas.microsoft.com/office/drawing/2014/main" id="{2F6869D3-6D8E-BDBC-2D2B-CC5B3739D8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43945" y="3504894"/>
              <a:ext cx="3917410" cy="1332000"/>
            </a:xfrm>
            <a:prstGeom prst="rect">
              <a:avLst/>
            </a:prstGeom>
            <a:ln w="19050">
              <a:solidFill>
                <a:srgbClr val="823E43"/>
              </a:solidFill>
            </a:ln>
          </p:spPr>
        </p:pic>
      </p:grpSp>
    </p:spTree>
    <p:extLst>
      <p:ext uri="{BB962C8B-B14F-4D97-AF65-F5344CB8AC3E}">
        <p14:creationId xmlns:p14="http://schemas.microsoft.com/office/powerpoint/2010/main" val="337130894"/>
      </p:ext>
    </p:extLst>
  </p:cSld>
  <p:clrMapOvr>
    <a:masterClrMapping/>
  </p:clrMapOvr>
  <mc:AlternateContent xmlns:mc="http://schemas.openxmlformats.org/markup-compatibility/2006" xmlns:p14="http://schemas.microsoft.com/office/powerpoint/2010/main">
    <mc:Choice Requires="p14">
      <p:transition p14:dur="10">
        <p:sndAc>
          <p:stSnd>
            <p:snd r:embed="rId2" name="click.wav"/>
          </p:stSnd>
        </p:sndAc>
      </p:transition>
    </mc:Choice>
    <mc:Fallback xmlns="">
      <p:transition>
        <p:sndAc>
          <p:stSnd>
            <p:snd r:embed="rId7" name="click.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04962-9745-EEB5-D57F-A3B9CE56A51A}"/>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29CF1A12-9BF9-BC54-E4DB-E336DFC88824}"/>
              </a:ext>
            </a:extLst>
          </p:cNvPr>
          <p:cNvGrpSpPr/>
          <p:nvPr/>
        </p:nvGrpSpPr>
        <p:grpSpPr>
          <a:xfrm>
            <a:off x="884158" y="426392"/>
            <a:ext cx="7375685" cy="4290716"/>
            <a:chOff x="1062394" y="475048"/>
            <a:chExt cx="7375685" cy="4290716"/>
          </a:xfrm>
        </p:grpSpPr>
        <p:grpSp>
          <p:nvGrpSpPr>
            <p:cNvPr id="16" name="Group 15">
              <a:extLst>
                <a:ext uri="{FF2B5EF4-FFF2-40B4-BE49-F238E27FC236}">
                  <a16:creationId xmlns:a16="http://schemas.microsoft.com/office/drawing/2014/main" id="{9B5E0702-A9C8-4292-F60E-D61FA449D26D}"/>
                </a:ext>
              </a:extLst>
            </p:cNvPr>
            <p:cNvGrpSpPr/>
            <p:nvPr/>
          </p:nvGrpSpPr>
          <p:grpSpPr>
            <a:xfrm>
              <a:off x="1062394" y="475048"/>
              <a:ext cx="7019212" cy="4193404"/>
              <a:chOff x="1296394" y="475048"/>
              <a:chExt cx="7019212" cy="4193404"/>
            </a:xfrm>
          </p:grpSpPr>
          <p:grpSp>
            <p:nvGrpSpPr>
              <p:cNvPr id="13" name="Group 12">
                <a:extLst>
                  <a:ext uri="{FF2B5EF4-FFF2-40B4-BE49-F238E27FC236}">
                    <a16:creationId xmlns:a16="http://schemas.microsoft.com/office/drawing/2014/main" id="{05F420A7-2C7E-F3A9-8476-B6776E716AD3}"/>
                  </a:ext>
                </a:extLst>
              </p:cNvPr>
              <p:cNvGrpSpPr/>
              <p:nvPr/>
            </p:nvGrpSpPr>
            <p:grpSpPr>
              <a:xfrm>
                <a:off x="1296394" y="475048"/>
                <a:ext cx="6551212" cy="4193404"/>
                <a:chOff x="514840" y="290422"/>
                <a:chExt cx="6551212" cy="4193404"/>
              </a:xfrm>
            </p:grpSpPr>
            <p:grpSp>
              <p:nvGrpSpPr>
                <p:cNvPr id="6" name="Group 5">
                  <a:extLst>
                    <a:ext uri="{FF2B5EF4-FFF2-40B4-BE49-F238E27FC236}">
                      <a16:creationId xmlns:a16="http://schemas.microsoft.com/office/drawing/2014/main" id="{BEFD4AD9-98F0-3E1E-A1C7-C77B35704A8E}"/>
                    </a:ext>
                  </a:extLst>
                </p:cNvPr>
                <p:cNvGrpSpPr/>
                <p:nvPr/>
              </p:nvGrpSpPr>
              <p:grpSpPr>
                <a:xfrm>
                  <a:off x="2077949" y="290422"/>
                  <a:ext cx="4988103" cy="540000"/>
                  <a:chOff x="1221897" y="290422"/>
                  <a:chExt cx="4988103" cy="540000"/>
                </a:xfrm>
              </p:grpSpPr>
              <p:sp>
                <p:nvSpPr>
                  <p:cNvPr id="3" name="Title 1">
                    <a:extLst>
                      <a:ext uri="{FF2B5EF4-FFF2-40B4-BE49-F238E27FC236}">
                        <a16:creationId xmlns:a16="http://schemas.microsoft.com/office/drawing/2014/main" id="{A2CEBA65-DCF7-5F56-2A95-FB283ED2DD31}"/>
                      </a:ext>
                    </a:extLst>
                  </p:cNvPr>
                  <p:cNvSpPr txBox="1">
                    <a:spLocks/>
                  </p:cNvSpPr>
                  <p:nvPr/>
                </p:nvSpPr>
                <p:spPr>
                  <a:xfrm>
                    <a:off x="1242000" y="290422"/>
                    <a:ext cx="4968000" cy="54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1pPr>
                    <a:lvl2pPr marR="0" lvl="1"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2pPr>
                    <a:lvl3pPr marR="0" lvl="2"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3pPr>
                    <a:lvl4pPr marR="0" lvl="3"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4pPr>
                    <a:lvl5pPr marR="0" lvl="4"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5pPr>
                    <a:lvl6pPr marR="0" lvl="5"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6pPr>
                    <a:lvl7pPr marR="0" lvl="6"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7pPr>
                    <a:lvl8pPr marR="0" lvl="7"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8pPr>
                    <a:lvl9pPr marR="0" lvl="8"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9pPr>
                  </a:lstStyle>
                  <a:p>
                    <a:r>
                      <a:rPr lang="en-US" dirty="0">
                        <a:solidFill>
                          <a:srgbClr val="823E43"/>
                        </a:solidFill>
                        <a:effectLst>
                          <a:outerShdw blurRad="38100" dist="38100" dir="2700000" algn="tl">
                            <a:srgbClr val="000000">
                              <a:alpha val="43137"/>
                            </a:srgbClr>
                          </a:outerShdw>
                        </a:effectLst>
                        <a:latin typeface="Kenao Sans Serif"/>
                        <a:ea typeface="Kenao Sans Serif"/>
                        <a:cs typeface="Kenao Sans Serif"/>
                        <a:sym typeface="Kenao Sans Serif"/>
                      </a:rPr>
                      <a:t>SYSTEM</a:t>
                    </a:r>
                    <a:r>
                      <a:rPr lang="en-US" dirty="0">
                        <a:solidFill>
                          <a:srgbClr val="000000"/>
                        </a:solidFill>
                        <a:effectLst>
                          <a:outerShdw blurRad="38100" dist="38100" dir="2700000" algn="tl">
                            <a:srgbClr val="000000">
                              <a:alpha val="43137"/>
                            </a:srgbClr>
                          </a:outerShdw>
                        </a:effectLst>
                        <a:latin typeface="Kenao Sans Serif"/>
                        <a:ea typeface="Kenao Sans Serif"/>
                        <a:cs typeface="Kenao Sans Serif"/>
                        <a:sym typeface="Kenao Sans Serif"/>
                      </a:rPr>
                      <a:t> IMPLEMENTATION</a:t>
                    </a:r>
                    <a:endParaRPr lang="en-US" dirty="0">
                      <a:effectLst>
                        <a:outerShdw blurRad="38100" dist="38100" dir="2700000" algn="tl">
                          <a:srgbClr val="000000">
                            <a:alpha val="43137"/>
                          </a:srgbClr>
                        </a:outerShdw>
                      </a:effectLst>
                      <a:latin typeface="Lexend Exa" panose="020B0604020202020204" charset="0"/>
                    </a:endParaRPr>
                  </a:p>
                </p:txBody>
              </p:sp>
              <p:cxnSp>
                <p:nvCxnSpPr>
                  <p:cNvPr id="4" name="Google Shape;666;p62">
                    <a:extLst>
                      <a:ext uri="{FF2B5EF4-FFF2-40B4-BE49-F238E27FC236}">
                        <a16:creationId xmlns:a16="http://schemas.microsoft.com/office/drawing/2014/main" id="{B0387884-2E93-9305-A1AD-8EB83F68A2D5}"/>
                      </a:ext>
                    </a:extLst>
                  </p:cNvPr>
                  <p:cNvCxnSpPr>
                    <a:cxnSpLocks/>
                  </p:cNvCxnSpPr>
                  <p:nvPr/>
                </p:nvCxnSpPr>
                <p:spPr>
                  <a:xfrm>
                    <a:off x="1221897" y="830422"/>
                    <a:ext cx="1656000" cy="0"/>
                  </a:xfrm>
                  <a:prstGeom prst="straightConnector1">
                    <a:avLst/>
                  </a:prstGeom>
                  <a:noFill/>
                  <a:ln w="19050" cap="flat" cmpd="sng">
                    <a:solidFill>
                      <a:schemeClr val="dk1"/>
                    </a:solidFill>
                    <a:prstDash val="solid"/>
                    <a:round/>
                    <a:headEnd type="none" w="med" len="med"/>
                    <a:tailEnd type="none" w="med" len="med"/>
                  </a:ln>
                </p:spPr>
              </p:cxnSp>
            </p:grpSp>
            <p:grpSp>
              <p:nvGrpSpPr>
                <p:cNvPr id="10" name="Group 9">
                  <a:extLst>
                    <a:ext uri="{FF2B5EF4-FFF2-40B4-BE49-F238E27FC236}">
                      <a16:creationId xmlns:a16="http://schemas.microsoft.com/office/drawing/2014/main" id="{0AD6BBC2-08DB-A34C-D283-5B88B6B5444B}"/>
                    </a:ext>
                  </a:extLst>
                </p:cNvPr>
                <p:cNvGrpSpPr/>
                <p:nvPr/>
              </p:nvGrpSpPr>
              <p:grpSpPr>
                <a:xfrm>
                  <a:off x="514840" y="963625"/>
                  <a:ext cx="2391109" cy="3520201"/>
                  <a:chOff x="387946" y="1141650"/>
                  <a:chExt cx="2391109" cy="3520201"/>
                </a:xfrm>
              </p:grpSpPr>
              <p:sp>
                <p:nvSpPr>
                  <p:cNvPr id="8" name="Subtitle 3">
                    <a:extLst>
                      <a:ext uri="{FF2B5EF4-FFF2-40B4-BE49-F238E27FC236}">
                        <a16:creationId xmlns:a16="http://schemas.microsoft.com/office/drawing/2014/main" id="{58F4C70D-6969-507C-55DB-F2B88AB0F6E9}"/>
                      </a:ext>
                    </a:extLst>
                  </p:cNvPr>
                  <p:cNvSpPr txBox="1">
                    <a:spLocks/>
                  </p:cNvSpPr>
                  <p:nvPr/>
                </p:nvSpPr>
                <p:spPr>
                  <a:xfrm>
                    <a:off x="590247" y="1141650"/>
                    <a:ext cx="1872000" cy="43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2000"/>
                      <a:buFont typeface="Lexend Exa"/>
                      <a:buNone/>
                      <a:defRPr sz="2000" b="0" i="0" u="none" strike="noStrike" cap="none">
                        <a:solidFill>
                          <a:schemeClr val="dk2"/>
                        </a:solidFill>
                        <a:latin typeface="Lexend Exa"/>
                        <a:ea typeface="Lexend Exa"/>
                        <a:cs typeface="Lexend Exa"/>
                        <a:sym typeface="Lexend Exa"/>
                      </a:defRPr>
                    </a:lvl1pPr>
                    <a:lvl2pPr marL="914400" marR="0" lvl="1"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2pPr>
                    <a:lvl3pPr marL="1371600" marR="0" lvl="2"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3pPr>
                    <a:lvl4pPr marL="1828800" marR="0" lvl="3"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4pPr>
                    <a:lvl5pPr marL="2286000" marR="0" lvl="4"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5pPr>
                    <a:lvl6pPr marL="2743200" marR="0" lvl="5"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6pPr>
                    <a:lvl7pPr marL="3200400" marR="0" lvl="6"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7pPr>
                    <a:lvl8pPr marL="3657600" marR="0" lvl="7"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8pPr>
                    <a:lvl9pPr marL="4114800" marR="0" lvl="8" indent="-317500" algn="ctr" rtl="0">
                      <a:lnSpc>
                        <a:spcPct val="100000"/>
                      </a:lnSpc>
                      <a:spcBef>
                        <a:spcPts val="0"/>
                      </a:spcBef>
                      <a:spcAft>
                        <a:spcPts val="0"/>
                      </a:spcAft>
                      <a:buClr>
                        <a:schemeClr val="dk2"/>
                      </a:buClr>
                      <a:buSzPts val="2000"/>
                      <a:buFont typeface="Lexend Exa"/>
                      <a:buNone/>
                      <a:defRPr sz="2000" b="1" i="0" u="none" strike="noStrike" cap="none">
                        <a:solidFill>
                          <a:schemeClr val="dk2"/>
                        </a:solidFill>
                        <a:latin typeface="Lexend Exa"/>
                        <a:ea typeface="Lexend Exa"/>
                        <a:cs typeface="Lexend Exa"/>
                        <a:sym typeface="Lexend Exa"/>
                      </a:defRPr>
                    </a:lvl9pPr>
                  </a:lstStyle>
                  <a:p>
                    <a:r>
                      <a:rPr lang="en-US" dirty="0">
                        <a:solidFill>
                          <a:srgbClr val="000000"/>
                        </a:solidFill>
                        <a:effectLst>
                          <a:outerShdw blurRad="38100" dist="38100" dir="2700000" algn="tl">
                            <a:srgbClr val="000000">
                              <a:alpha val="43137"/>
                            </a:srgbClr>
                          </a:outerShdw>
                        </a:effectLst>
                        <a:latin typeface="Kenao Sans Serif" panose="020B0604020202020204" charset="0"/>
                        <a:ea typeface="Kenao Sans Serif"/>
                        <a:cs typeface="Kenao Sans Serif" panose="020B0604020202020204" charset="0"/>
                        <a:sym typeface="Red Hat Text"/>
                      </a:rPr>
                      <a:t>Java</a:t>
                    </a:r>
                    <a:r>
                      <a:rPr lang="en-US" dirty="0">
                        <a:latin typeface="Kenao Sans Serif" panose="020B0604020202020204" charset="0"/>
                        <a:cs typeface="Kenao Sans Serif" panose="020B0604020202020204" charset="0"/>
                      </a:rPr>
                      <a:t> </a:t>
                    </a:r>
                    <a:r>
                      <a:rPr lang="en-US" dirty="0">
                        <a:solidFill>
                          <a:srgbClr val="000000"/>
                        </a:solidFill>
                        <a:effectLst>
                          <a:outerShdw blurRad="38100" dist="38100" dir="2700000" algn="tl">
                            <a:srgbClr val="000000">
                              <a:alpha val="43137"/>
                            </a:srgbClr>
                          </a:outerShdw>
                        </a:effectLst>
                        <a:latin typeface="Kenao Sans Serif" panose="020B0604020202020204" charset="0"/>
                        <a:ea typeface="Kenao Sans Serif"/>
                        <a:cs typeface="Kenao Sans Serif" panose="020B0604020202020204" charset="0"/>
                      </a:rPr>
                      <a:t>Project</a:t>
                    </a:r>
                  </a:p>
                </p:txBody>
              </p:sp>
              <p:pic>
                <p:nvPicPr>
                  <p:cNvPr id="9" name="Picture 8">
                    <a:extLst>
                      <a:ext uri="{FF2B5EF4-FFF2-40B4-BE49-F238E27FC236}">
                        <a16:creationId xmlns:a16="http://schemas.microsoft.com/office/drawing/2014/main" id="{6855FDEB-2073-EEEE-E04B-04E396C97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946" y="1699163"/>
                    <a:ext cx="2391109" cy="2962688"/>
                  </a:xfrm>
                  <a:prstGeom prst="rect">
                    <a:avLst/>
                  </a:prstGeom>
                  <a:ln w="19050">
                    <a:solidFill>
                      <a:srgbClr val="823E43"/>
                    </a:solidFill>
                  </a:ln>
                </p:spPr>
              </p:pic>
            </p:grpSp>
          </p:grpSp>
          <p:sp>
            <p:nvSpPr>
              <p:cNvPr id="15" name="Subtitle 6">
                <a:extLst>
                  <a:ext uri="{FF2B5EF4-FFF2-40B4-BE49-F238E27FC236}">
                    <a16:creationId xmlns:a16="http://schemas.microsoft.com/office/drawing/2014/main" id="{A4873482-DD24-ECC1-4E41-43048D56AE9F}"/>
                  </a:ext>
                </a:extLst>
              </p:cNvPr>
              <p:cNvSpPr txBox="1">
                <a:spLocks/>
              </p:cNvSpPr>
              <p:nvPr/>
            </p:nvSpPr>
            <p:spPr>
              <a:xfrm>
                <a:off x="5363606" y="1148251"/>
                <a:ext cx="2952000" cy="43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1pPr>
                <a:lvl2pPr marL="914400" marR="0" lvl="1"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2pPr>
                <a:lvl3pPr marL="1371600" marR="0" lvl="2"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3pPr>
                <a:lvl4pPr marL="1828800" marR="0" lvl="3"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4pPr>
                <a:lvl5pPr marL="2286000" marR="0" lvl="4"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5pPr>
                <a:lvl6pPr marL="2743200" marR="0" lvl="5"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6pPr>
                <a:lvl7pPr marL="3200400" marR="0" lvl="6"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7pPr>
                <a:lvl8pPr marL="3657600" marR="0" lvl="7"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8pPr>
                <a:lvl9pPr marL="4114800" marR="0" lvl="8"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9pPr>
              </a:lstStyle>
              <a:p>
                <a:pPr>
                  <a:buSzPts val="2000"/>
                </a:pPr>
                <a:r>
                  <a:rPr lang="en-US" sz="2000" dirty="0">
                    <a:solidFill>
                      <a:srgbClr val="000000"/>
                    </a:solidFill>
                    <a:effectLst>
                      <a:outerShdw blurRad="38100" dist="38100" dir="2700000" algn="tl">
                        <a:srgbClr val="000000">
                          <a:alpha val="43137"/>
                        </a:srgbClr>
                      </a:outerShdw>
                    </a:effectLst>
                    <a:latin typeface="Kenao Sans Serif" panose="020B0604020202020204" charset="0"/>
                    <a:cs typeface="Kenao Sans Serif" panose="020B0604020202020204" charset="0"/>
                    <a:sym typeface="Lexend Exa"/>
                  </a:rPr>
                  <a:t>Admin Class Methods</a:t>
                </a:r>
              </a:p>
            </p:txBody>
          </p:sp>
        </p:grpSp>
        <p:pic>
          <p:nvPicPr>
            <p:cNvPr id="18" name="Picture 17">
              <a:extLst>
                <a:ext uri="{FF2B5EF4-FFF2-40B4-BE49-F238E27FC236}">
                  <a16:creationId xmlns:a16="http://schemas.microsoft.com/office/drawing/2014/main" id="{D7FC4B88-EBB1-835A-DCB2-EC404762A65F}"/>
                </a:ext>
              </a:extLst>
            </p:cNvPr>
            <p:cNvPicPr>
              <a:picLocks noChangeAspect="1"/>
            </p:cNvPicPr>
            <p:nvPr/>
          </p:nvPicPr>
          <p:blipFill>
            <a:blip r:embed="rId4"/>
            <a:stretch>
              <a:fillRect/>
            </a:stretch>
          </p:blipFill>
          <p:spPr>
            <a:xfrm>
              <a:off x="4773132" y="1705764"/>
              <a:ext cx="3664947" cy="3060000"/>
            </a:xfrm>
            <a:prstGeom prst="rect">
              <a:avLst/>
            </a:prstGeom>
            <a:ln w="19050">
              <a:solidFill>
                <a:schemeClr val="tx1"/>
              </a:solidFill>
            </a:ln>
          </p:spPr>
        </p:pic>
      </p:grpSp>
    </p:spTree>
    <p:extLst>
      <p:ext uri="{BB962C8B-B14F-4D97-AF65-F5344CB8AC3E}">
        <p14:creationId xmlns:p14="http://schemas.microsoft.com/office/powerpoint/2010/main" val="2348548731"/>
      </p:ext>
    </p:extLst>
  </p:cSld>
  <p:clrMapOvr>
    <a:masterClrMapping/>
  </p:clrMapOvr>
  <mc:AlternateContent xmlns:mc="http://schemas.openxmlformats.org/markup-compatibility/2006" xmlns:p14="http://schemas.microsoft.com/office/powerpoint/2010/main">
    <mc:Choice Requires="p14">
      <p:transition p14:dur="10">
        <p:sndAc>
          <p:stSnd>
            <p:snd r:embed="rId2" name="click.wav"/>
          </p:stSnd>
        </p:sndAc>
      </p:transition>
    </mc:Choice>
    <mc:Fallback xmlns="">
      <p:transition>
        <p:sndAc>
          <p:stSnd>
            <p:snd r:embed="rId5" name="click.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D9E26-58E2-6D16-7F63-62095759BAC9}"/>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485CDF90-7039-8301-81C7-F845A76EA432}"/>
              </a:ext>
            </a:extLst>
          </p:cNvPr>
          <p:cNvGrpSpPr/>
          <p:nvPr/>
        </p:nvGrpSpPr>
        <p:grpSpPr>
          <a:xfrm>
            <a:off x="1872000" y="349532"/>
            <a:ext cx="5400000" cy="4444436"/>
            <a:chOff x="1872000" y="527079"/>
            <a:chExt cx="5400000" cy="4444436"/>
          </a:xfrm>
        </p:grpSpPr>
        <p:sp>
          <p:nvSpPr>
            <p:cNvPr id="15" name="Subtitle 6">
              <a:extLst>
                <a:ext uri="{FF2B5EF4-FFF2-40B4-BE49-F238E27FC236}">
                  <a16:creationId xmlns:a16="http://schemas.microsoft.com/office/drawing/2014/main" id="{D79FB11D-BAD7-E1E7-E5D2-48AEE5F32EBD}"/>
                </a:ext>
              </a:extLst>
            </p:cNvPr>
            <p:cNvSpPr txBox="1">
              <a:spLocks/>
            </p:cNvSpPr>
            <p:nvPr/>
          </p:nvSpPr>
          <p:spPr>
            <a:xfrm>
              <a:off x="3096000" y="527079"/>
              <a:ext cx="2952000" cy="43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1pPr>
              <a:lvl2pPr marL="914400" marR="0" lvl="1"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2pPr>
              <a:lvl3pPr marL="1371600" marR="0" lvl="2"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3pPr>
              <a:lvl4pPr marL="1828800" marR="0" lvl="3"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4pPr>
              <a:lvl5pPr marL="2286000" marR="0" lvl="4"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5pPr>
              <a:lvl6pPr marL="2743200" marR="0" lvl="5"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6pPr>
              <a:lvl7pPr marL="3200400" marR="0" lvl="6"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7pPr>
              <a:lvl8pPr marL="3657600" marR="0" lvl="7"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8pPr>
              <a:lvl9pPr marL="4114800" marR="0" lvl="8" indent="-317500" algn="ctr" rtl="0">
                <a:lnSpc>
                  <a:spcPct val="100000"/>
                </a:lnSpc>
                <a:spcBef>
                  <a:spcPts val="0"/>
                </a:spcBef>
                <a:spcAft>
                  <a:spcPts val="0"/>
                </a:spcAft>
                <a:buClr>
                  <a:schemeClr val="dk2"/>
                </a:buClr>
                <a:buSzPts val="1400"/>
                <a:buFont typeface="Red Hat Text"/>
                <a:buNone/>
                <a:defRPr sz="1400" b="0" i="0" u="none" strike="noStrike" cap="none">
                  <a:solidFill>
                    <a:schemeClr val="dk2"/>
                  </a:solidFill>
                  <a:latin typeface="Red Hat Text"/>
                  <a:ea typeface="Red Hat Text"/>
                  <a:cs typeface="Red Hat Text"/>
                  <a:sym typeface="Red Hat Text"/>
                </a:defRPr>
              </a:lvl9pPr>
            </a:lstStyle>
            <a:p>
              <a:r>
                <a:rPr lang="en-US" sz="2000" dirty="0">
                  <a:solidFill>
                    <a:srgbClr val="000000"/>
                  </a:solidFill>
                  <a:effectLst>
                    <a:outerShdw blurRad="38100" dist="38100" dir="2700000" algn="tl">
                      <a:srgbClr val="000000">
                        <a:alpha val="43137"/>
                      </a:srgbClr>
                    </a:outerShdw>
                  </a:effectLst>
                  <a:latin typeface="Kenao Sans Serif"/>
                  <a:cs typeface="Kenao Sans Serif"/>
                  <a:sym typeface="Lexend Exa"/>
                </a:rPr>
                <a:t>Staff</a:t>
              </a:r>
              <a:r>
                <a:rPr lang="en-US" sz="2000" dirty="0"/>
                <a:t> </a:t>
              </a:r>
              <a:r>
                <a:rPr lang="en-US" sz="2000" dirty="0">
                  <a:solidFill>
                    <a:srgbClr val="000000"/>
                  </a:solidFill>
                  <a:effectLst>
                    <a:outerShdw blurRad="38100" dist="38100" dir="2700000" algn="tl">
                      <a:srgbClr val="000000">
                        <a:alpha val="43137"/>
                      </a:srgbClr>
                    </a:outerShdw>
                  </a:effectLst>
                  <a:latin typeface="Kenao Sans Serif"/>
                  <a:ea typeface="Kenao Sans Serif"/>
                  <a:cs typeface="Kenao Sans Serif"/>
                </a:rPr>
                <a:t>Class</a:t>
              </a:r>
              <a:r>
                <a:rPr lang="en-US" sz="2000" dirty="0"/>
                <a:t> </a:t>
              </a:r>
              <a:r>
                <a:rPr lang="en-US" sz="2000" dirty="0">
                  <a:solidFill>
                    <a:srgbClr val="000000"/>
                  </a:solidFill>
                  <a:effectLst>
                    <a:outerShdw blurRad="38100" dist="38100" dir="2700000" algn="tl">
                      <a:srgbClr val="000000">
                        <a:alpha val="43137"/>
                      </a:srgbClr>
                    </a:outerShdw>
                  </a:effectLst>
                  <a:latin typeface="Kenao Sans Serif"/>
                  <a:ea typeface="Kenao Sans Serif"/>
                  <a:cs typeface="Kenao Sans Serif"/>
                </a:rPr>
                <a:t>Methods</a:t>
              </a:r>
            </a:p>
          </p:txBody>
        </p:sp>
        <p:pic>
          <p:nvPicPr>
            <p:cNvPr id="5" name="Picture 4">
              <a:extLst>
                <a:ext uri="{FF2B5EF4-FFF2-40B4-BE49-F238E27FC236}">
                  <a16:creationId xmlns:a16="http://schemas.microsoft.com/office/drawing/2014/main" id="{0537534F-8334-90CD-3AD2-39A80549A0EC}"/>
                </a:ext>
              </a:extLst>
            </p:cNvPr>
            <p:cNvPicPr>
              <a:picLocks noChangeAspect="1"/>
            </p:cNvPicPr>
            <p:nvPr/>
          </p:nvPicPr>
          <p:blipFill>
            <a:blip r:embed="rId3"/>
            <a:srcRect l="2799" t="3262" r="3074" b="2528"/>
            <a:stretch/>
          </p:blipFill>
          <p:spPr>
            <a:xfrm>
              <a:off x="1872000" y="1061051"/>
              <a:ext cx="5400000" cy="3910464"/>
            </a:xfrm>
            <a:prstGeom prst="rect">
              <a:avLst/>
            </a:prstGeom>
          </p:spPr>
        </p:pic>
      </p:grpSp>
    </p:spTree>
    <p:extLst>
      <p:ext uri="{BB962C8B-B14F-4D97-AF65-F5344CB8AC3E}">
        <p14:creationId xmlns:p14="http://schemas.microsoft.com/office/powerpoint/2010/main" val="4084326235"/>
      </p:ext>
    </p:extLst>
  </p:cSld>
  <p:clrMapOvr>
    <a:masterClrMapping/>
  </p:clrMapOvr>
  <mc:AlternateContent xmlns:mc="http://schemas.openxmlformats.org/markup-compatibility/2006" xmlns:p14="http://schemas.microsoft.com/office/powerpoint/2010/main">
    <mc:Choice Requires="p14">
      <p:transition p14:dur="10">
        <p:sndAc>
          <p:stSnd>
            <p:snd r:embed="rId2" name="click.wav"/>
          </p:stSnd>
        </p:sndAc>
      </p:transition>
    </mc:Choice>
    <mc:Fallback xmlns="">
      <p:transition>
        <p:sndAc>
          <p:stSnd>
            <p:snd r:embed="rId4" name="click.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DE728-CEF8-52DB-395D-C3008AD0138D}"/>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F87A1F48-6691-38E6-6361-74FF2044CECC}"/>
              </a:ext>
            </a:extLst>
          </p:cNvPr>
          <p:cNvGrpSpPr/>
          <p:nvPr/>
        </p:nvGrpSpPr>
        <p:grpSpPr>
          <a:xfrm>
            <a:off x="922533" y="285204"/>
            <a:ext cx="7298934" cy="4573093"/>
            <a:chOff x="858461" y="475048"/>
            <a:chExt cx="7298934" cy="4573093"/>
          </a:xfrm>
        </p:grpSpPr>
        <p:grpSp>
          <p:nvGrpSpPr>
            <p:cNvPr id="6" name="Group 5">
              <a:extLst>
                <a:ext uri="{FF2B5EF4-FFF2-40B4-BE49-F238E27FC236}">
                  <a16:creationId xmlns:a16="http://schemas.microsoft.com/office/drawing/2014/main" id="{7497C16F-2E51-4EC0-F3E0-E6DF5553C7EB}"/>
                </a:ext>
              </a:extLst>
            </p:cNvPr>
            <p:cNvGrpSpPr/>
            <p:nvPr/>
          </p:nvGrpSpPr>
          <p:grpSpPr>
            <a:xfrm>
              <a:off x="2077949" y="475048"/>
              <a:ext cx="4988103" cy="540000"/>
              <a:chOff x="1221897" y="290422"/>
              <a:chExt cx="4988103" cy="540000"/>
            </a:xfrm>
          </p:grpSpPr>
          <p:sp>
            <p:nvSpPr>
              <p:cNvPr id="3" name="Title 1">
                <a:extLst>
                  <a:ext uri="{FF2B5EF4-FFF2-40B4-BE49-F238E27FC236}">
                    <a16:creationId xmlns:a16="http://schemas.microsoft.com/office/drawing/2014/main" id="{F2CDB814-EA3E-4520-16DA-52D1E6AF6484}"/>
                  </a:ext>
                </a:extLst>
              </p:cNvPr>
              <p:cNvSpPr txBox="1">
                <a:spLocks/>
              </p:cNvSpPr>
              <p:nvPr/>
            </p:nvSpPr>
            <p:spPr>
              <a:xfrm>
                <a:off x="1242000" y="290422"/>
                <a:ext cx="4968000" cy="54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1pPr>
                <a:lvl2pPr marR="0" lvl="1"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2pPr>
                <a:lvl3pPr marR="0" lvl="2"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3pPr>
                <a:lvl4pPr marR="0" lvl="3"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4pPr>
                <a:lvl5pPr marR="0" lvl="4"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5pPr>
                <a:lvl6pPr marR="0" lvl="5"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6pPr>
                <a:lvl7pPr marR="0" lvl="6"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7pPr>
                <a:lvl8pPr marR="0" lvl="7"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8pPr>
                <a:lvl9pPr marR="0" lvl="8" algn="l"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9pPr>
              </a:lstStyle>
              <a:p>
                <a:r>
                  <a:rPr lang="en-US" dirty="0">
                    <a:solidFill>
                      <a:srgbClr val="823E43"/>
                    </a:solidFill>
                    <a:effectLst>
                      <a:outerShdw blurRad="38100" dist="38100" dir="2700000" algn="tl">
                        <a:srgbClr val="000000">
                          <a:alpha val="43137"/>
                        </a:srgbClr>
                      </a:outerShdw>
                    </a:effectLst>
                    <a:latin typeface="Kenao Sans Serif"/>
                    <a:ea typeface="Kenao Sans Serif"/>
                    <a:cs typeface="Kenao Sans Serif"/>
                    <a:sym typeface="Kenao Sans Serif"/>
                  </a:rPr>
                  <a:t>SYSTEM</a:t>
                </a:r>
                <a:r>
                  <a:rPr lang="en-US" dirty="0">
                    <a:solidFill>
                      <a:srgbClr val="000000"/>
                    </a:solidFill>
                    <a:effectLst>
                      <a:outerShdw blurRad="38100" dist="38100" dir="2700000" algn="tl">
                        <a:srgbClr val="000000">
                          <a:alpha val="43137"/>
                        </a:srgbClr>
                      </a:outerShdw>
                    </a:effectLst>
                    <a:latin typeface="Kenao Sans Serif"/>
                    <a:ea typeface="Kenao Sans Serif"/>
                    <a:cs typeface="Kenao Sans Serif"/>
                    <a:sym typeface="Kenao Sans Serif"/>
                  </a:rPr>
                  <a:t> IMPLEMENTATION</a:t>
                </a:r>
                <a:endParaRPr lang="en-US" dirty="0">
                  <a:effectLst>
                    <a:outerShdw blurRad="38100" dist="38100" dir="2700000" algn="tl">
                      <a:srgbClr val="000000">
                        <a:alpha val="43137"/>
                      </a:srgbClr>
                    </a:outerShdw>
                  </a:effectLst>
                  <a:latin typeface="Lexend Exa" panose="020B0604020202020204" charset="0"/>
                </a:endParaRPr>
              </a:p>
            </p:txBody>
          </p:sp>
          <p:cxnSp>
            <p:nvCxnSpPr>
              <p:cNvPr id="4" name="Google Shape;666;p62">
                <a:extLst>
                  <a:ext uri="{FF2B5EF4-FFF2-40B4-BE49-F238E27FC236}">
                    <a16:creationId xmlns:a16="http://schemas.microsoft.com/office/drawing/2014/main" id="{9F2C0792-A829-A1FE-FF47-EABF8F523467}"/>
                  </a:ext>
                </a:extLst>
              </p:cNvPr>
              <p:cNvCxnSpPr>
                <a:cxnSpLocks/>
              </p:cNvCxnSpPr>
              <p:nvPr/>
            </p:nvCxnSpPr>
            <p:spPr>
              <a:xfrm>
                <a:off x="1221897" y="830422"/>
                <a:ext cx="1656000" cy="0"/>
              </a:xfrm>
              <a:prstGeom prst="straightConnector1">
                <a:avLst/>
              </a:prstGeom>
              <a:noFill/>
              <a:ln w="19050" cap="flat" cmpd="sng">
                <a:solidFill>
                  <a:schemeClr val="dk1"/>
                </a:solidFill>
                <a:prstDash val="solid"/>
                <a:round/>
                <a:headEnd type="none" w="med" len="med"/>
                <a:tailEnd type="none" w="med" len="med"/>
              </a:ln>
            </p:spPr>
          </p:cxnSp>
        </p:grpSp>
        <p:grpSp>
          <p:nvGrpSpPr>
            <p:cNvPr id="17" name="Group 16">
              <a:extLst>
                <a:ext uri="{FF2B5EF4-FFF2-40B4-BE49-F238E27FC236}">
                  <a16:creationId xmlns:a16="http://schemas.microsoft.com/office/drawing/2014/main" id="{CCCF5079-3F70-A422-433B-7F35289DA313}"/>
                </a:ext>
              </a:extLst>
            </p:cNvPr>
            <p:cNvGrpSpPr/>
            <p:nvPr/>
          </p:nvGrpSpPr>
          <p:grpSpPr>
            <a:xfrm>
              <a:off x="858461" y="1159595"/>
              <a:ext cx="7298934" cy="3888546"/>
              <a:chOff x="858461" y="1159595"/>
              <a:chExt cx="7298934" cy="3888546"/>
            </a:xfrm>
          </p:grpSpPr>
          <p:grpSp>
            <p:nvGrpSpPr>
              <p:cNvPr id="11" name="Group 10">
                <a:extLst>
                  <a:ext uri="{FF2B5EF4-FFF2-40B4-BE49-F238E27FC236}">
                    <a16:creationId xmlns:a16="http://schemas.microsoft.com/office/drawing/2014/main" id="{C73F74DB-5FE4-4978-2290-C8665C009A91}"/>
                  </a:ext>
                </a:extLst>
              </p:cNvPr>
              <p:cNvGrpSpPr/>
              <p:nvPr/>
            </p:nvGrpSpPr>
            <p:grpSpPr>
              <a:xfrm>
                <a:off x="858461" y="1159595"/>
                <a:ext cx="7219692" cy="1872000"/>
                <a:chOff x="978800" y="1159595"/>
                <a:chExt cx="7219692" cy="1872000"/>
              </a:xfrm>
            </p:grpSpPr>
            <p:pic>
              <p:nvPicPr>
                <p:cNvPr id="5" name="Picture 4">
                  <a:extLst>
                    <a:ext uri="{FF2B5EF4-FFF2-40B4-BE49-F238E27FC236}">
                      <a16:creationId xmlns:a16="http://schemas.microsoft.com/office/drawing/2014/main" id="{C1464F03-077C-3BD0-3392-CD55B9C5CE91}"/>
                    </a:ext>
                  </a:extLst>
                </p:cNvPr>
                <p:cNvPicPr>
                  <a:picLocks noChangeAspect="1"/>
                </p:cNvPicPr>
                <p:nvPr/>
              </p:nvPicPr>
              <p:blipFill>
                <a:blip r:embed="rId3"/>
                <a:stretch>
                  <a:fillRect/>
                </a:stretch>
              </p:blipFill>
              <p:spPr>
                <a:xfrm>
                  <a:off x="978800" y="1159595"/>
                  <a:ext cx="3501335" cy="1872000"/>
                </a:xfrm>
                <a:prstGeom prst="rect">
                  <a:avLst/>
                </a:prstGeom>
              </p:spPr>
            </p:pic>
            <p:pic>
              <p:nvPicPr>
                <p:cNvPr id="10" name="Picture 9">
                  <a:extLst>
                    <a:ext uri="{FF2B5EF4-FFF2-40B4-BE49-F238E27FC236}">
                      <a16:creationId xmlns:a16="http://schemas.microsoft.com/office/drawing/2014/main" id="{4C93F082-E04B-2DF5-1253-116712DF472C}"/>
                    </a:ext>
                  </a:extLst>
                </p:cNvPr>
                <p:cNvPicPr>
                  <a:picLocks noChangeAspect="1"/>
                </p:cNvPicPr>
                <p:nvPr/>
              </p:nvPicPr>
              <p:blipFill>
                <a:blip r:embed="rId4"/>
                <a:srcRect/>
                <a:stretch/>
              </p:blipFill>
              <p:spPr>
                <a:xfrm>
                  <a:off x="4702391" y="1181945"/>
                  <a:ext cx="3496101" cy="1827300"/>
                </a:xfrm>
                <a:prstGeom prst="rect">
                  <a:avLst/>
                </a:prstGeom>
              </p:spPr>
            </p:pic>
          </p:grpSp>
          <p:pic>
            <p:nvPicPr>
              <p:cNvPr id="13" name="Picture 12">
                <a:extLst>
                  <a:ext uri="{FF2B5EF4-FFF2-40B4-BE49-F238E27FC236}">
                    <a16:creationId xmlns:a16="http://schemas.microsoft.com/office/drawing/2014/main" id="{7355E6C4-69B3-7777-362B-0C7DA2D23F5A}"/>
                  </a:ext>
                </a:extLst>
              </p:cNvPr>
              <p:cNvPicPr>
                <a:picLocks noChangeAspect="1"/>
              </p:cNvPicPr>
              <p:nvPr/>
            </p:nvPicPr>
            <p:blipFill>
              <a:blip r:embed="rId5"/>
              <a:stretch>
                <a:fillRect/>
              </a:stretch>
            </p:blipFill>
            <p:spPr>
              <a:xfrm>
                <a:off x="865260" y="3176141"/>
                <a:ext cx="3487736" cy="1872000"/>
              </a:xfrm>
              <a:prstGeom prst="rect">
                <a:avLst/>
              </a:prstGeom>
            </p:spPr>
          </p:pic>
          <p:pic>
            <p:nvPicPr>
              <p:cNvPr id="16" name="Picture 15">
                <a:extLst>
                  <a:ext uri="{FF2B5EF4-FFF2-40B4-BE49-F238E27FC236}">
                    <a16:creationId xmlns:a16="http://schemas.microsoft.com/office/drawing/2014/main" id="{350C9EC6-3554-3064-191D-D61F42190F96}"/>
                  </a:ext>
                </a:extLst>
              </p:cNvPr>
              <p:cNvPicPr>
                <a:picLocks noChangeAspect="1"/>
              </p:cNvPicPr>
              <p:nvPr/>
            </p:nvPicPr>
            <p:blipFill>
              <a:blip r:embed="rId6"/>
              <a:srcRect/>
              <a:stretch/>
            </p:blipFill>
            <p:spPr>
              <a:xfrm>
                <a:off x="4582900" y="3176141"/>
                <a:ext cx="3574495" cy="1872000"/>
              </a:xfrm>
              <a:prstGeom prst="rect">
                <a:avLst/>
              </a:prstGeom>
            </p:spPr>
          </p:pic>
        </p:grpSp>
      </p:grpSp>
    </p:spTree>
    <p:extLst>
      <p:ext uri="{BB962C8B-B14F-4D97-AF65-F5344CB8AC3E}">
        <p14:creationId xmlns:p14="http://schemas.microsoft.com/office/powerpoint/2010/main" val="1487779807"/>
      </p:ext>
    </p:extLst>
  </p:cSld>
  <p:clrMapOvr>
    <a:masterClrMapping/>
  </p:clrMapOvr>
  <mc:AlternateContent xmlns:mc="http://schemas.openxmlformats.org/markup-compatibility/2006" xmlns:p14="http://schemas.microsoft.com/office/powerpoint/2010/main">
    <mc:Choice Requires="p14">
      <p:transition p14:dur="10">
        <p:sndAc>
          <p:stSnd>
            <p:snd r:embed="rId2" name="click.wav"/>
          </p:stSnd>
        </p:sndAc>
      </p:transition>
    </mc:Choice>
    <mc:Fallback xmlns="">
      <p:transition>
        <p:sndAc>
          <p:stSnd>
            <p:snd r:embed="rId7" name="click.wav"/>
          </p:stSnd>
        </p:sndAc>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0ACD4-D399-DAE6-FAF2-0EB38F99C88D}"/>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A6E724A3-D313-B6BA-512C-E7A80E4C9CCE}"/>
              </a:ext>
            </a:extLst>
          </p:cNvPr>
          <p:cNvGrpSpPr/>
          <p:nvPr/>
        </p:nvGrpSpPr>
        <p:grpSpPr>
          <a:xfrm>
            <a:off x="565246" y="344103"/>
            <a:ext cx="8013508" cy="4455294"/>
            <a:chOff x="499706" y="344103"/>
            <a:chExt cx="8013508" cy="4455294"/>
          </a:xfrm>
        </p:grpSpPr>
        <p:grpSp>
          <p:nvGrpSpPr>
            <p:cNvPr id="14" name="Group 13">
              <a:extLst>
                <a:ext uri="{FF2B5EF4-FFF2-40B4-BE49-F238E27FC236}">
                  <a16:creationId xmlns:a16="http://schemas.microsoft.com/office/drawing/2014/main" id="{7F9931B2-32E6-4CDB-1DA7-D7AD63180673}"/>
                </a:ext>
              </a:extLst>
            </p:cNvPr>
            <p:cNvGrpSpPr/>
            <p:nvPr/>
          </p:nvGrpSpPr>
          <p:grpSpPr>
            <a:xfrm>
              <a:off x="499706" y="368071"/>
              <a:ext cx="3780000" cy="4407358"/>
              <a:chOff x="499706" y="432223"/>
              <a:chExt cx="3780000" cy="4407358"/>
            </a:xfrm>
          </p:grpSpPr>
          <p:pic>
            <p:nvPicPr>
              <p:cNvPr id="2" name="Picture 1">
                <a:extLst>
                  <a:ext uri="{FF2B5EF4-FFF2-40B4-BE49-F238E27FC236}">
                    <a16:creationId xmlns:a16="http://schemas.microsoft.com/office/drawing/2014/main" id="{8F70FEEA-F054-2E04-43D4-8213FA50EB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706" y="432223"/>
                <a:ext cx="3780000" cy="2916339"/>
              </a:xfrm>
              <a:prstGeom prst="rect">
                <a:avLst/>
              </a:prstGeom>
              <a:ln w="19050">
                <a:solidFill>
                  <a:srgbClr val="823E43"/>
                </a:solidFill>
              </a:ln>
            </p:spPr>
          </p:pic>
          <p:pic>
            <p:nvPicPr>
              <p:cNvPr id="7" name="Picture 6">
                <a:extLst>
                  <a:ext uri="{FF2B5EF4-FFF2-40B4-BE49-F238E27FC236}">
                    <a16:creationId xmlns:a16="http://schemas.microsoft.com/office/drawing/2014/main" id="{36275450-AE8D-49EA-9048-E62BBC5FC0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706" y="3561890"/>
                <a:ext cx="3780000" cy="256278"/>
              </a:xfrm>
              <a:prstGeom prst="rect">
                <a:avLst/>
              </a:prstGeom>
              <a:ln w="19050">
                <a:solidFill>
                  <a:srgbClr val="B2060E"/>
                </a:solidFill>
              </a:ln>
            </p:spPr>
          </p:pic>
          <p:pic>
            <p:nvPicPr>
              <p:cNvPr id="8" name="Picture 7">
                <a:extLst>
                  <a:ext uri="{FF2B5EF4-FFF2-40B4-BE49-F238E27FC236}">
                    <a16:creationId xmlns:a16="http://schemas.microsoft.com/office/drawing/2014/main" id="{C649DA3E-C6C2-5D87-432F-903F4F6EDE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9706" y="4548344"/>
                <a:ext cx="3780000" cy="291237"/>
              </a:xfrm>
              <a:prstGeom prst="rect">
                <a:avLst/>
              </a:prstGeom>
              <a:ln w="19050">
                <a:solidFill>
                  <a:srgbClr val="B2060E"/>
                </a:solidFill>
              </a:ln>
            </p:spPr>
          </p:pic>
          <p:pic>
            <p:nvPicPr>
              <p:cNvPr id="9" name="Picture 8">
                <a:extLst>
                  <a:ext uri="{FF2B5EF4-FFF2-40B4-BE49-F238E27FC236}">
                    <a16:creationId xmlns:a16="http://schemas.microsoft.com/office/drawing/2014/main" id="{C825B76F-5436-3249-2E5C-A081C984FA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9706" y="4031297"/>
                <a:ext cx="3780000" cy="303918"/>
              </a:xfrm>
              <a:prstGeom prst="rect">
                <a:avLst/>
              </a:prstGeom>
              <a:ln w="19050">
                <a:solidFill>
                  <a:srgbClr val="2D8224"/>
                </a:solidFill>
              </a:ln>
            </p:spPr>
          </p:pic>
        </p:grpSp>
        <p:grpSp>
          <p:nvGrpSpPr>
            <p:cNvPr id="23" name="Group 22">
              <a:extLst>
                <a:ext uri="{FF2B5EF4-FFF2-40B4-BE49-F238E27FC236}">
                  <a16:creationId xmlns:a16="http://schemas.microsoft.com/office/drawing/2014/main" id="{397D086C-D6B5-F556-7ADB-D0EEA4BE8ED1}"/>
                </a:ext>
              </a:extLst>
            </p:cNvPr>
            <p:cNvGrpSpPr/>
            <p:nvPr/>
          </p:nvGrpSpPr>
          <p:grpSpPr>
            <a:xfrm>
              <a:off x="4733214" y="344103"/>
              <a:ext cx="3780000" cy="4455294"/>
              <a:chOff x="4733214" y="368071"/>
              <a:chExt cx="3780000" cy="4455294"/>
            </a:xfrm>
          </p:grpSpPr>
          <p:pic>
            <p:nvPicPr>
              <p:cNvPr id="19" name="Picture 18">
                <a:extLst>
                  <a:ext uri="{FF2B5EF4-FFF2-40B4-BE49-F238E27FC236}">
                    <a16:creationId xmlns:a16="http://schemas.microsoft.com/office/drawing/2014/main" id="{AE9294D2-6284-AED6-6FC5-48D6DE66176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33214" y="1815257"/>
                <a:ext cx="3780000" cy="3008108"/>
              </a:xfrm>
              <a:prstGeom prst="rect">
                <a:avLst/>
              </a:prstGeom>
              <a:ln w="19050">
                <a:solidFill>
                  <a:srgbClr val="823E43"/>
                </a:solidFill>
              </a:ln>
            </p:spPr>
          </p:pic>
          <p:pic>
            <p:nvPicPr>
              <p:cNvPr id="20" name="Picture 19">
                <a:extLst>
                  <a:ext uri="{FF2B5EF4-FFF2-40B4-BE49-F238E27FC236}">
                    <a16:creationId xmlns:a16="http://schemas.microsoft.com/office/drawing/2014/main" id="{32C44EB2-9F8E-A18B-A5FF-202A8B52C13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33214" y="1341769"/>
                <a:ext cx="3780000" cy="279570"/>
              </a:xfrm>
              <a:prstGeom prst="rect">
                <a:avLst/>
              </a:prstGeom>
              <a:ln w="19050">
                <a:solidFill>
                  <a:srgbClr val="B0051A"/>
                </a:solidFill>
              </a:ln>
            </p:spPr>
          </p:pic>
          <p:pic>
            <p:nvPicPr>
              <p:cNvPr id="21" name="Picture 20">
                <a:extLst>
                  <a:ext uri="{FF2B5EF4-FFF2-40B4-BE49-F238E27FC236}">
                    <a16:creationId xmlns:a16="http://schemas.microsoft.com/office/drawing/2014/main" id="{B906B4C8-2D18-931B-FFDB-AB8685F7B6D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33214" y="368071"/>
                <a:ext cx="3780000" cy="286635"/>
              </a:xfrm>
              <a:prstGeom prst="rect">
                <a:avLst/>
              </a:prstGeom>
              <a:ln w="19050">
                <a:solidFill>
                  <a:srgbClr val="B0051A"/>
                </a:solidFill>
              </a:ln>
            </p:spPr>
          </p:pic>
          <p:pic>
            <p:nvPicPr>
              <p:cNvPr id="22" name="Picture 21">
                <a:extLst>
                  <a:ext uri="{FF2B5EF4-FFF2-40B4-BE49-F238E27FC236}">
                    <a16:creationId xmlns:a16="http://schemas.microsoft.com/office/drawing/2014/main" id="{5C7736E2-332B-3EB4-6529-3F4E43FAF9C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33214" y="848624"/>
                <a:ext cx="3780000" cy="299227"/>
              </a:xfrm>
              <a:prstGeom prst="rect">
                <a:avLst/>
              </a:prstGeom>
              <a:ln w="19050">
                <a:solidFill>
                  <a:srgbClr val="2D8224"/>
                </a:solidFill>
              </a:ln>
            </p:spPr>
          </p:pic>
        </p:grpSp>
      </p:grpSp>
    </p:spTree>
    <p:extLst>
      <p:ext uri="{BB962C8B-B14F-4D97-AF65-F5344CB8AC3E}">
        <p14:creationId xmlns:p14="http://schemas.microsoft.com/office/powerpoint/2010/main" val="3840769477"/>
      </p:ext>
    </p:extLst>
  </p:cSld>
  <p:clrMapOvr>
    <a:masterClrMapping/>
  </p:clrMapOvr>
  <mc:AlternateContent xmlns:mc="http://schemas.openxmlformats.org/markup-compatibility/2006" xmlns:p14="http://schemas.microsoft.com/office/powerpoint/2010/main">
    <mc:Choice Requires="p14">
      <p:transition p14:dur="10">
        <p:sndAc>
          <p:stSnd>
            <p:snd r:embed="rId2" name="click.wav"/>
          </p:stSnd>
        </p:sndAc>
      </p:transition>
    </mc:Choice>
    <mc:Fallback xmlns="">
      <p:transition>
        <p:sndAc>
          <p:stSnd>
            <p:snd r:embed="rId11" name="click.wav"/>
          </p:stSnd>
        </p:sndAc>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4"/>
        <p:cNvGrpSpPr/>
        <p:nvPr/>
      </p:nvGrpSpPr>
      <p:grpSpPr>
        <a:xfrm>
          <a:off x="0" y="0"/>
          <a:ext cx="0" cy="0"/>
          <a:chOff x="0" y="0"/>
          <a:chExt cx="0" cy="0"/>
        </a:xfrm>
      </p:grpSpPr>
      <p:sp>
        <p:nvSpPr>
          <p:cNvPr id="2016" name="Google Shape;2016;p94"/>
          <p:cNvSpPr txBox="1">
            <a:spLocks noGrp="1"/>
          </p:cNvSpPr>
          <p:nvPr>
            <p:ph type="title"/>
          </p:nvPr>
        </p:nvSpPr>
        <p:spPr>
          <a:xfrm>
            <a:off x="584972" y="1156662"/>
            <a:ext cx="4387200" cy="62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CONCLUSION</a:t>
            </a:r>
            <a:endParaRPr dirty="0"/>
          </a:p>
        </p:txBody>
      </p:sp>
      <p:sp>
        <p:nvSpPr>
          <p:cNvPr id="2017" name="Google Shape;2017;p94"/>
          <p:cNvSpPr txBox="1">
            <a:spLocks noGrp="1"/>
          </p:cNvSpPr>
          <p:nvPr>
            <p:ph type="subTitle" idx="1"/>
          </p:nvPr>
        </p:nvSpPr>
        <p:spPr>
          <a:xfrm>
            <a:off x="614429" y="1993478"/>
            <a:ext cx="4328286" cy="1656000"/>
          </a:xfrm>
          <a:prstGeom prst="rect">
            <a:avLst/>
          </a:prstGeom>
        </p:spPr>
        <p:txBody>
          <a:bodyPr spcFirstLastPara="1" wrap="square" lIns="91425" tIns="91425" rIns="91425" bIns="91425" anchor="t" anchorCtr="0">
            <a:noAutofit/>
          </a:bodyPr>
          <a:lstStyle/>
          <a:p>
            <a:pPr marL="0" lvl="0" indent="0" algn="l"/>
            <a:r>
              <a:rPr lang="en-US" dirty="0"/>
              <a:t>This Coffee Shop Management System is a user - friendly solution built with Java and MySQL, helping administrators efficiently manage orders, inventory, suppliers, and staff. With a simple interface, secure data handling, and streamlined operations, it enhances both management and customer experience.</a:t>
            </a:r>
            <a:endParaRPr dirty="0"/>
          </a:p>
        </p:txBody>
      </p:sp>
      <p:cxnSp>
        <p:nvCxnSpPr>
          <p:cNvPr id="2019" name="Google Shape;2019;p94"/>
          <p:cNvCxnSpPr/>
          <p:nvPr/>
        </p:nvCxnSpPr>
        <p:spPr>
          <a:xfrm>
            <a:off x="772022" y="1786372"/>
            <a:ext cx="4114800" cy="0"/>
          </a:xfrm>
          <a:prstGeom prst="straightConnector1">
            <a:avLst/>
          </a:prstGeom>
          <a:noFill/>
          <a:ln w="19050" cap="flat" cmpd="sng">
            <a:solidFill>
              <a:schemeClr val="dk1"/>
            </a:solidFill>
            <a:prstDash val="solid"/>
            <a:round/>
            <a:headEnd type="none" w="med" len="med"/>
            <a:tailEnd type="none" w="med" len="med"/>
          </a:ln>
        </p:spPr>
      </p:cxnSp>
      <p:pic>
        <p:nvPicPr>
          <p:cNvPr id="2" name="Picture 1"/>
          <p:cNvPicPr>
            <a:picLocks noChangeAspect="1"/>
          </p:cNvPicPr>
          <p:nvPr/>
        </p:nvPicPr>
        <p:blipFill>
          <a:blip r:embed="rId4"/>
          <a:stretch>
            <a:fillRect/>
          </a:stretch>
        </p:blipFill>
        <p:spPr>
          <a:xfrm>
            <a:off x="5445898" y="378826"/>
            <a:ext cx="2926080" cy="4385848"/>
          </a:xfrm>
          <a:prstGeom prst="rect">
            <a:avLst/>
          </a:prstGeom>
          <a:ln w="12700">
            <a:solidFill>
              <a:srgbClr val="8A5837"/>
            </a:solidFill>
          </a:ln>
        </p:spPr>
      </p:pic>
      <p:grpSp>
        <p:nvGrpSpPr>
          <p:cNvPr id="3" name="Group 2">
            <a:extLst>
              <a:ext uri="{FF2B5EF4-FFF2-40B4-BE49-F238E27FC236}">
                <a16:creationId xmlns:a16="http://schemas.microsoft.com/office/drawing/2014/main" id="{F1943F8F-6B58-F640-6357-00D462015031}"/>
              </a:ext>
            </a:extLst>
          </p:cNvPr>
          <p:cNvGrpSpPr/>
          <p:nvPr/>
        </p:nvGrpSpPr>
        <p:grpSpPr>
          <a:xfrm>
            <a:off x="1779373" y="3856583"/>
            <a:ext cx="1998398" cy="338840"/>
            <a:chOff x="2075327" y="4154917"/>
            <a:chExt cx="1998398" cy="338840"/>
          </a:xfrm>
        </p:grpSpPr>
        <p:pic>
          <p:nvPicPr>
            <p:cNvPr id="9" name="Picture 8"/>
            <p:cNvPicPr>
              <a:picLocks noChangeAspect="1"/>
            </p:cNvPicPr>
            <p:nvPr/>
          </p:nvPicPr>
          <p:blipFill>
            <a:blip r:embed="rId5"/>
            <a:stretch>
              <a:fillRect/>
            </a:stretch>
          </p:blipFill>
          <p:spPr>
            <a:xfrm>
              <a:off x="2504934" y="4203243"/>
              <a:ext cx="294984" cy="290514"/>
            </a:xfrm>
            <a:prstGeom prst="rect">
              <a:avLst/>
            </a:prstGeom>
          </p:spPr>
        </p:pic>
        <p:pic>
          <p:nvPicPr>
            <p:cNvPr id="10" name="Picture 9"/>
            <p:cNvPicPr>
              <a:picLocks noChangeAspect="1"/>
            </p:cNvPicPr>
            <p:nvPr/>
          </p:nvPicPr>
          <p:blipFill>
            <a:blip r:embed="rId6"/>
            <a:stretch>
              <a:fillRect/>
            </a:stretch>
          </p:blipFill>
          <p:spPr>
            <a:xfrm>
              <a:off x="3333045" y="4169993"/>
              <a:ext cx="339182" cy="323764"/>
            </a:xfrm>
            <a:prstGeom prst="rect">
              <a:avLst/>
            </a:prstGeom>
          </p:spPr>
        </p:pic>
        <p:pic>
          <p:nvPicPr>
            <p:cNvPr id="11" name="Picture 10"/>
            <p:cNvPicPr>
              <a:picLocks noChangeAspect="1"/>
            </p:cNvPicPr>
            <p:nvPr/>
          </p:nvPicPr>
          <p:blipFill>
            <a:blip r:embed="rId7"/>
            <a:stretch>
              <a:fillRect/>
            </a:stretch>
          </p:blipFill>
          <p:spPr>
            <a:xfrm>
              <a:off x="3775721" y="4191238"/>
              <a:ext cx="298004" cy="302519"/>
            </a:xfrm>
            <a:prstGeom prst="rect">
              <a:avLst/>
            </a:prstGeom>
          </p:spPr>
        </p:pic>
        <p:pic>
          <p:nvPicPr>
            <p:cNvPr id="12" name="Picture 11"/>
            <p:cNvPicPr>
              <a:picLocks noChangeAspect="1"/>
            </p:cNvPicPr>
            <p:nvPr/>
          </p:nvPicPr>
          <p:blipFill>
            <a:blip r:embed="rId8"/>
            <a:stretch>
              <a:fillRect/>
            </a:stretch>
          </p:blipFill>
          <p:spPr>
            <a:xfrm>
              <a:off x="2882446" y="4179080"/>
              <a:ext cx="319519" cy="314677"/>
            </a:xfrm>
            <a:prstGeom prst="rect">
              <a:avLst/>
            </a:prstGeom>
          </p:spPr>
        </p:pic>
        <p:pic>
          <p:nvPicPr>
            <p:cNvPr id="13" name="Picture 12"/>
            <p:cNvPicPr>
              <a:picLocks noChangeAspect="1"/>
            </p:cNvPicPr>
            <p:nvPr/>
          </p:nvPicPr>
          <p:blipFill>
            <a:blip r:embed="rId9"/>
            <a:stretch>
              <a:fillRect/>
            </a:stretch>
          </p:blipFill>
          <p:spPr>
            <a:xfrm>
              <a:off x="2075327" y="4154917"/>
              <a:ext cx="354976" cy="33884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p:sndAc>
          <p:stSnd>
            <p:snd r:embed="rId3" name="click.wav"/>
          </p:stSnd>
        </p:sndAc>
      </p:transition>
    </mc:Choice>
    <mc:Fallback xmlns="">
      <p:transition>
        <p:sndAc>
          <p:stSnd>
            <p:snd r:embed="rId10" name="click.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017"/>
                                        </p:tgtEl>
                                        <p:attrNameLst>
                                          <p:attrName>style.visibility</p:attrName>
                                        </p:attrNameLst>
                                      </p:cBhvr>
                                      <p:to>
                                        <p:strVal val="visible"/>
                                      </p:to>
                                    </p:set>
                                    <p:anim calcmode="lin" valueType="num">
                                      <p:cBhvr additive="base">
                                        <p:cTn id="7" dur="1000"/>
                                        <p:tgtEl>
                                          <p:spTgt spid="20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35"/>
        <p:cNvGrpSpPr/>
        <p:nvPr/>
      </p:nvGrpSpPr>
      <p:grpSpPr>
        <a:xfrm>
          <a:off x="0" y="0"/>
          <a:ext cx="0" cy="0"/>
          <a:chOff x="0" y="0"/>
          <a:chExt cx="0" cy="0"/>
        </a:xfrm>
      </p:grpSpPr>
      <p:sp>
        <p:nvSpPr>
          <p:cNvPr id="2456" name="Google Shape;2456;p118"/>
          <p:cNvSpPr/>
          <p:nvPr/>
        </p:nvSpPr>
        <p:spPr>
          <a:xfrm>
            <a:off x="6148350" y="1180350"/>
            <a:ext cx="1746600" cy="27828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118"/>
          <p:cNvSpPr txBox="1">
            <a:spLocks noGrp="1"/>
          </p:cNvSpPr>
          <p:nvPr>
            <p:ph type="subTitle" idx="2"/>
          </p:nvPr>
        </p:nvSpPr>
        <p:spPr>
          <a:xfrm>
            <a:off x="6548450" y="1585175"/>
            <a:ext cx="946500" cy="192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2200">
                <a:solidFill>
                  <a:schemeClr val="lt1"/>
                </a:solidFill>
              </a:rPr>
              <a:t>PO</a:t>
            </a:r>
            <a:endParaRPr sz="2200">
              <a:solidFill>
                <a:schemeClr val="lt1"/>
              </a:solidFill>
            </a:endParaRPr>
          </a:p>
          <a:p>
            <a:pPr marL="0" lvl="0" indent="0" algn="ctr" rtl="0">
              <a:spcBef>
                <a:spcPts val="0"/>
              </a:spcBef>
              <a:spcAft>
                <a:spcPts val="0"/>
              </a:spcAft>
              <a:buClr>
                <a:schemeClr val="dk1"/>
              </a:buClr>
              <a:buSzPts val="1100"/>
              <a:buFont typeface="Arial"/>
              <a:buNone/>
            </a:pPr>
            <a:r>
              <a:rPr lang="en" sz="2200">
                <a:solidFill>
                  <a:schemeClr val="lt1"/>
                </a:solidFill>
              </a:rPr>
              <a:t>PI</a:t>
            </a:r>
            <a:endParaRPr sz="2200">
              <a:solidFill>
                <a:schemeClr val="lt1"/>
              </a:solidFill>
            </a:endParaRPr>
          </a:p>
          <a:p>
            <a:pPr marL="0" lvl="0" indent="0" algn="ctr" rtl="0">
              <a:spcBef>
                <a:spcPts val="0"/>
              </a:spcBef>
              <a:spcAft>
                <a:spcPts val="0"/>
              </a:spcAft>
              <a:buClr>
                <a:schemeClr val="dk1"/>
              </a:buClr>
              <a:buSzPts val="1100"/>
              <a:buFont typeface="Arial"/>
              <a:buNone/>
            </a:pPr>
            <a:r>
              <a:rPr lang="en" sz="2200">
                <a:solidFill>
                  <a:schemeClr val="lt1"/>
                </a:solidFill>
              </a:rPr>
              <a:t>C ·</a:t>
            </a:r>
            <a:endParaRPr sz="2200">
              <a:solidFill>
                <a:schemeClr val="lt1"/>
              </a:solidFill>
            </a:endParaRPr>
          </a:p>
          <a:p>
            <a:pPr marL="0" lvl="0" indent="0" algn="ctr" rtl="0">
              <a:spcBef>
                <a:spcPts val="0"/>
              </a:spcBef>
              <a:spcAft>
                <a:spcPts val="0"/>
              </a:spcAft>
              <a:buClr>
                <a:schemeClr val="dk1"/>
              </a:buClr>
              <a:buSzPts val="1100"/>
              <a:buFont typeface="Arial"/>
              <a:buNone/>
            </a:pPr>
            <a:r>
              <a:rPr lang="en" sz="2200">
                <a:solidFill>
                  <a:schemeClr val="lt1"/>
                </a:solidFill>
              </a:rPr>
              <a:t>CA</a:t>
            </a:r>
            <a:endParaRPr sz="2200">
              <a:solidFill>
                <a:schemeClr val="lt1"/>
              </a:solidFill>
            </a:endParaRPr>
          </a:p>
          <a:p>
            <a:pPr marL="0" lvl="0" indent="0" algn="ctr" rtl="0">
              <a:spcBef>
                <a:spcPts val="0"/>
              </a:spcBef>
              <a:spcAft>
                <a:spcPts val="0"/>
              </a:spcAft>
              <a:buClr>
                <a:schemeClr val="dk1"/>
              </a:buClr>
              <a:buSzPts val="1100"/>
              <a:buFont typeface="Arial"/>
              <a:buNone/>
            </a:pPr>
            <a:r>
              <a:rPr lang="en" sz="2200">
                <a:solidFill>
                  <a:schemeClr val="lt1"/>
                </a:solidFill>
              </a:rPr>
              <a:t>FE</a:t>
            </a:r>
            <a:endParaRPr sz="2200">
              <a:solidFill>
                <a:schemeClr val="lt1"/>
              </a:solidFill>
            </a:endParaRPr>
          </a:p>
        </p:txBody>
      </p:sp>
      <p:cxnSp>
        <p:nvCxnSpPr>
          <p:cNvPr id="2458" name="Google Shape;2458;p118"/>
          <p:cNvCxnSpPr/>
          <p:nvPr/>
        </p:nvCxnSpPr>
        <p:spPr>
          <a:xfrm>
            <a:off x="703381" y="541300"/>
            <a:ext cx="3749100" cy="0"/>
          </a:xfrm>
          <a:prstGeom prst="straightConnector1">
            <a:avLst/>
          </a:prstGeom>
          <a:noFill/>
          <a:ln w="19050" cap="flat" cmpd="sng">
            <a:solidFill>
              <a:schemeClr val="dk1"/>
            </a:solidFill>
            <a:prstDash val="solid"/>
            <a:round/>
            <a:headEnd type="none" w="med" len="med"/>
            <a:tailEnd type="none" w="med" len="med"/>
          </a:ln>
        </p:spPr>
      </p:cxnSp>
      <p:cxnSp>
        <p:nvCxnSpPr>
          <p:cNvPr id="2459" name="Google Shape;2459;p118"/>
          <p:cNvCxnSpPr/>
          <p:nvPr/>
        </p:nvCxnSpPr>
        <p:spPr>
          <a:xfrm>
            <a:off x="703381" y="4603500"/>
            <a:ext cx="3826200" cy="0"/>
          </a:xfrm>
          <a:prstGeom prst="straightConnector1">
            <a:avLst/>
          </a:prstGeom>
          <a:noFill/>
          <a:ln w="19050" cap="flat" cmpd="sng">
            <a:solidFill>
              <a:schemeClr val="dk1"/>
            </a:solidFill>
            <a:prstDash val="solid"/>
            <a:round/>
            <a:headEnd type="none" w="med" len="med"/>
            <a:tailEnd type="none" w="med" len="med"/>
          </a:ln>
        </p:spPr>
      </p:cxnSp>
      <p:pic>
        <p:nvPicPr>
          <p:cNvPr id="2" name="Picture 1"/>
          <p:cNvPicPr>
            <a:picLocks noChangeAspect="1"/>
          </p:cNvPicPr>
          <p:nvPr/>
        </p:nvPicPr>
        <p:blipFill>
          <a:blip r:embed="rId4"/>
          <a:stretch>
            <a:fillRect/>
          </a:stretch>
        </p:blipFill>
        <p:spPr>
          <a:xfrm>
            <a:off x="559081" y="3732824"/>
            <a:ext cx="4114800" cy="739831"/>
          </a:xfrm>
          <a:prstGeom prst="rect">
            <a:avLst/>
          </a:prstGeom>
          <a:ln>
            <a:noFill/>
          </a:ln>
        </p:spPr>
      </p:pic>
      <p:pic>
        <p:nvPicPr>
          <p:cNvPr id="4" name="Picture 3"/>
          <p:cNvPicPr>
            <a:picLocks noChangeAspect="1"/>
          </p:cNvPicPr>
          <p:nvPr/>
        </p:nvPicPr>
        <p:blipFill>
          <a:blip r:embed="rId5"/>
          <a:stretch>
            <a:fillRect/>
          </a:stretch>
        </p:blipFill>
        <p:spPr>
          <a:xfrm>
            <a:off x="5160095" y="560070"/>
            <a:ext cx="3723109" cy="4023360"/>
          </a:xfrm>
          <a:prstGeom prst="rect">
            <a:avLst/>
          </a:prstGeom>
          <a:ln w="19050">
            <a:solidFill>
              <a:srgbClr val="8A5837"/>
            </a:solidFill>
          </a:ln>
        </p:spPr>
      </p:pic>
      <p:sp>
        <p:nvSpPr>
          <p:cNvPr id="28" name="Google Shape;2436;p118">
            <a:extLst>
              <a:ext uri="{FF2B5EF4-FFF2-40B4-BE49-F238E27FC236}">
                <a16:creationId xmlns:a16="http://schemas.microsoft.com/office/drawing/2014/main" id="{0B266C4C-2732-DFB9-AD2E-BA6A7CAD919C}"/>
              </a:ext>
            </a:extLst>
          </p:cNvPr>
          <p:cNvSpPr txBox="1">
            <a:spLocks noGrp="1"/>
          </p:cNvSpPr>
          <p:nvPr>
            <p:ph type="ctrTitle"/>
          </p:nvPr>
        </p:nvSpPr>
        <p:spPr>
          <a:xfrm>
            <a:off x="793400" y="1287521"/>
            <a:ext cx="3525600" cy="83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THANKS</a:t>
            </a:r>
            <a:endParaRPr/>
          </a:p>
        </p:txBody>
      </p:sp>
      <p:sp>
        <p:nvSpPr>
          <p:cNvPr id="29" name="Google Shape;2437;p118">
            <a:extLst>
              <a:ext uri="{FF2B5EF4-FFF2-40B4-BE49-F238E27FC236}">
                <a16:creationId xmlns:a16="http://schemas.microsoft.com/office/drawing/2014/main" id="{47FC7FB1-0C24-BB17-91D1-2141A4683672}"/>
              </a:ext>
            </a:extLst>
          </p:cNvPr>
          <p:cNvSpPr txBox="1">
            <a:spLocks noGrp="1"/>
          </p:cNvSpPr>
          <p:nvPr>
            <p:ph type="subTitle" idx="1"/>
          </p:nvPr>
        </p:nvSpPr>
        <p:spPr>
          <a:xfrm>
            <a:off x="896351" y="2699538"/>
            <a:ext cx="3240000" cy="7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lang="en" dirty="0"/>
          </a:p>
          <a:p>
            <a:pPr marL="0" lvl="0" indent="0" algn="ctr" rtl="0">
              <a:spcBef>
                <a:spcPts val="0"/>
              </a:spcBef>
              <a:spcAft>
                <a:spcPts val="0"/>
              </a:spcAft>
              <a:buNone/>
            </a:pPr>
            <a:r>
              <a:rPr lang="en" dirty="0"/>
              <a:t>HubCaf</a:t>
            </a:r>
            <a:r>
              <a:rPr lang="en-US" dirty="0"/>
              <a:t>é</a:t>
            </a:r>
            <a:r>
              <a:rPr lang="en" dirty="0"/>
              <a:t>20@gmail.com</a:t>
            </a:r>
            <a:endParaRPr dirty="0"/>
          </a:p>
          <a:p>
            <a:pPr marL="0" lvl="0" indent="0" algn="ctr" rtl="0">
              <a:spcBef>
                <a:spcPts val="0"/>
              </a:spcBef>
              <a:spcAft>
                <a:spcPts val="0"/>
              </a:spcAft>
              <a:buNone/>
            </a:pPr>
            <a:r>
              <a:rPr lang="en" dirty="0"/>
              <a:t>Caf</a:t>
            </a:r>
            <a:r>
              <a:rPr lang="en-US" dirty="0"/>
              <a:t>é</a:t>
            </a:r>
            <a:r>
              <a:rPr lang="en" dirty="0"/>
              <a:t>Hub.com</a:t>
            </a:r>
            <a:endParaRPr dirty="0"/>
          </a:p>
        </p:txBody>
      </p:sp>
      <p:sp>
        <p:nvSpPr>
          <p:cNvPr id="30" name="Google Shape;2438;p118">
            <a:extLst>
              <a:ext uri="{FF2B5EF4-FFF2-40B4-BE49-F238E27FC236}">
                <a16:creationId xmlns:a16="http://schemas.microsoft.com/office/drawing/2014/main" id="{E6CDDDC4-FB8A-E26B-5573-F52257B20615}"/>
              </a:ext>
            </a:extLst>
          </p:cNvPr>
          <p:cNvSpPr txBox="1">
            <a:spLocks/>
          </p:cNvSpPr>
          <p:nvPr/>
        </p:nvSpPr>
        <p:spPr>
          <a:xfrm>
            <a:off x="769100" y="2213596"/>
            <a:ext cx="3574200" cy="474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3100"/>
              <a:buFont typeface="Lexend Exa"/>
              <a:buNone/>
              <a:defRPr sz="1600" b="0" i="0" u="none" strike="noStrike" cap="none">
                <a:solidFill>
                  <a:schemeClr val="dk2"/>
                </a:solidFill>
                <a:latin typeface="Lexend Exa"/>
                <a:ea typeface="Lexend Exa"/>
                <a:cs typeface="Lexend Exa"/>
                <a:sym typeface="Lexend Exa"/>
              </a:defRPr>
            </a:lvl1pPr>
            <a:lvl2pPr marL="914400" marR="0" lvl="1" indent="-317500" algn="ctr"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2pPr>
            <a:lvl3pPr marL="1371600" marR="0" lvl="2" indent="-317500" algn="ctr"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3pPr>
            <a:lvl4pPr marL="1828800" marR="0" lvl="3" indent="-317500" algn="ctr"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4pPr>
            <a:lvl5pPr marL="2286000" marR="0" lvl="4" indent="-317500" algn="ctr"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5pPr>
            <a:lvl6pPr marL="2743200" marR="0" lvl="5" indent="-317500" algn="ctr"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6pPr>
            <a:lvl7pPr marL="3200400" marR="0" lvl="6" indent="-317500" algn="ctr"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7pPr>
            <a:lvl8pPr marL="3657600" marR="0" lvl="7" indent="-317500" algn="ctr"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8pPr>
            <a:lvl9pPr marL="4114800" marR="0" lvl="8" indent="-317500" algn="ctr" rtl="0">
              <a:lnSpc>
                <a:spcPct val="100000"/>
              </a:lnSpc>
              <a:spcBef>
                <a:spcPts val="0"/>
              </a:spcBef>
              <a:spcAft>
                <a:spcPts val="0"/>
              </a:spcAft>
              <a:buClr>
                <a:schemeClr val="dk2"/>
              </a:buClr>
              <a:buSzPts val="2800"/>
              <a:buFont typeface="Lexend Exa"/>
              <a:buNone/>
              <a:defRPr sz="2800" b="0" i="0" u="none" strike="noStrike" cap="none">
                <a:solidFill>
                  <a:schemeClr val="dk2"/>
                </a:solidFill>
                <a:latin typeface="Lexend Exa"/>
                <a:ea typeface="Lexend Exa"/>
                <a:cs typeface="Lexend Exa"/>
                <a:sym typeface="Lexend Exa"/>
              </a:defRPr>
            </a:lvl9pPr>
          </a:lstStyle>
          <a:p>
            <a:pPr marL="0" indent="0"/>
            <a:r>
              <a:rPr lang="en-GB"/>
              <a:t>DO YOU HAVE ANY </a:t>
            </a:r>
            <a:r>
              <a:rPr lang="en-GB">
                <a:solidFill>
                  <a:schemeClr val="dk1"/>
                </a:solidFill>
              </a:rPr>
              <a:t>QUESTIONS?</a:t>
            </a:r>
          </a:p>
        </p:txBody>
      </p:sp>
      <p:cxnSp>
        <p:nvCxnSpPr>
          <p:cNvPr id="31" name="Google Shape;2439;p118">
            <a:extLst>
              <a:ext uri="{FF2B5EF4-FFF2-40B4-BE49-F238E27FC236}">
                <a16:creationId xmlns:a16="http://schemas.microsoft.com/office/drawing/2014/main" id="{DF717E91-3EC6-F820-DD29-29BEF3134E36}"/>
              </a:ext>
            </a:extLst>
          </p:cNvPr>
          <p:cNvCxnSpPr/>
          <p:nvPr/>
        </p:nvCxnSpPr>
        <p:spPr>
          <a:xfrm>
            <a:off x="1781000" y="2716821"/>
            <a:ext cx="1560300" cy="0"/>
          </a:xfrm>
          <a:prstGeom prst="straightConnector1">
            <a:avLst/>
          </a:prstGeom>
          <a:noFill/>
          <a:ln w="19050" cap="flat" cmpd="sng">
            <a:solidFill>
              <a:schemeClr val="dk1"/>
            </a:solidFill>
            <a:prstDash val="solid"/>
            <a:round/>
            <a:headEnd type="none" w="med" len="med"/>
            <a:tailEnd type="none" w="med" len="med"/>
          </a:ln>
        </p:spPr>
      </p:cxnSp>
      <p:sp>
        <p:nvSpPr>
          <p:cNvPr id="32" name="Google Shape;2441;p118">
            <a:extLst>
              <a:ext uri="{FF2B5EF4-FFF2-40B4-BE49-F238E27FC236}">
                <a16:creationId xmlns:a16="http://schemas.microsoft.com/office/drawing/2014/main" id="{D79A4775-D47B-787F-8578-B92A41502B0C}"/>
              </a:ext>
            </a:extLst>
          </p:cNvPr>
          <p:cNvSpPr/>
          <p:nvPr/>
        </p:nvSpPr>
        <p:spPr>
          <a:xfrm>
            <a:off x="1590717" y="3550383"/>
            <a:ext cx="328135" cy="328470"/>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2442;p118">
            <a:extLst>
              <a:ext uri="{FF2B5EF4-FFF2-40B4-BE49-F238E27FC236}">
                <a16:creationId xmlns:a16="http://schemas.microsoft.com/office/drawing/2014/main" id="{6CB454BA-740B-0B8B-BAA9-EFA9B9517BD3}"/>
              </a:ext>
            </a:extLst>
          </p:cNvPr>
          <p:cNvGrpSpPr/>
          <p:nvPr/>
        </p:nvGrpSpPr>
        <p:grpSpPr>
          <a:xfrm>
            <a:off x="2041523" y="3550395"/>
            <a:ext cx="328476" cy="328114"/>
            <a:chOff x="3303268" y="3817349"/>
            <a:chExt cx="346056" cy="345674"/>
          </a:xfrm>
        </p:grpSpPr>
        <p:sp>
          <p:nvSpPr>
            <p:cNvPr id="34" name="Google Shape;2443;p118">
              <a:extLst>
                <a:ext uri="{FF2B5EF4-FFF2-40B4-BE49-F238E27FC236}">
                  <a16:creationId xmlns:a16="http://schemas.microsoft.com/office/drawing/2014/main" id="{30FB9F70-F6F9-D330-ABCD-1645CB070887}"/>
                </a:ext>
              </a:extLst>
            </p:cNvPr>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444;p118">
              <a:extLst>
                <a:ext uri="{FF2B5EF4-FFF2-40B4-BE49-F238E27FC236}">
                  <a16:creationId xmlns:a16="http://schemas.microsoft.com/office/drawing/2014/main" id="{4A5A8BC6-6697-6773-3D73-0E6839A8A933}"/>
                </a:ext>
              </a:extLst>
            </p:cNvPr>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445;p118">
              <a:extLst>
                <a:ext uri="{FF2B5EF4-FFF2-40B4-BE49-F238E27FC236}">
                  <a16:creationId xmlns:a16="http://schemas.microsoft.com/office/drawing/2014/main" id="{1C548AFD-EFB2-DBCA-E519-7D3030F5ED9B}"/>
                </a:ext>
              </a:extLst>
            </p:cNvPr>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446;p118">
              <a:extLst>
                <a:ext uri="{FF2B5EF4-FFF2-40B4-BE49-F238E27FC236}">
                  <a16:creationId xmlns:a16="http://schemas.microsoft.com/office/drawing/2014/main" id="{C008DE24-412E-836F-7B5C-434B6A6D2224}"/>
                </a:ext>
              </a:extLst>
            </p:cNvPr>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2447;p118">
            <a:extLst>
              <a:ext uri="{FF2B5EF4-FFF2-40B4-BE49-F238E27FC236}">
                <a16:creationId xmlns:a16="http://schemas.microsoft.com/office/drawing/2014/main" id="{9CFF8362-00C1-A4B5-3D45-70EE02225BDA}"/>
              </a:ext>
            </a:extLst>
          </p:cNvPr>
          <p:cNvGrpSpPr/>
          <p:nvPr/>
        </p:nvGrpSpPr>
        <p:grpSpPr>
          <a:xfrm>
            <a:off x="2516351" y="3550395"/>
            <a:ext cx="328476" cy="328114"/>
            <a:chOff x="3752358" y="3817349"/>
            <a:chExt cx="346056" cy="345674"/>
          </a:xfrm>
        </p:grpSpPr>
        <p:sp>
          <p:nvSpPr>
            <p:cNvPr id="39" name="Google Shape;2448;p118">
              <a:extLst>
                <a:ext uri="{FF2B5EF4-FFF2-40B4-BE49-F238E27FC236}">
                  <a16:creationId xmlns:a16="http://schemas.microsoft.com/office/drawing/2014/main" id="{320BAC8D-DF46-7F9E-AF62-08FB574E7DFA}"/>
                </a:ext>
              </a:extLst>
            </p:cNvPr>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449;p118">
              <a:extLst>
                <a:ext uri="{FF2B5EF4-FFF2-40B4-BE49-F238E27FC236}">
                  <a16:creationId xmlns:a16="http://schemas.microsoft.com/office/drawing/2014/main" id="{3ACB7B93-16FA-3F26-D17C-13479B89A060}"/>
                </a:ext>
              </a:extLst>
            </p:cNvPr>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450;p118">
              <a:extLst>
                <a:ext uri="{FF2B5EF4-FFF2-40B4-BE49-F238E27FC236}">
                  <a16:creationId xmlns:a16="http://schemas.microsoft.com/office/drawing/2014/main" id="{44C8696C-688A-6808-4AD1-20307EA5EA20}"/>
                </a:ext>
              </a:extLst>
            </p:cNvPr>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451;p118">
              <a:extLst>
                <a:ext uri="{FF2B5EF4-FFF2-40B4-BE49-F238E27FC236}">
                  <a16:creationId xmlns:a16="http://schemas.microsoft.com/office/drawing/2014/main" id="{686C2851-A0EE-2036-BE15-5B0ACF70AE11}"/>
                </a:ext>
              </a:extLst>
            </p:cNvPr>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2452;p118">
            <a:extLst>
              <a:ext uri="{FF2B5EF4-FFF2-40B4-BE49-F238E27FC236}">
                <a16:creationId xmlns:a16="http://schemas.microsoft.com/office/drawing/2014/main" id="{EAF4BE13-7954-5BF6-EAA9-DA75FBF76E61}"/>
              </a:ext>
            </a:extLst>
          </p:cNvPr>
          <p:cNvGrpSpPr/>
          <p:nvPr/>
        </p:nvGrpSpPr>
        <p:grpSpPr>
          <a:xfrm>
            <a:off x="2991178" y="3550395"/>
            <a:ext cx="328446" cy="328114"/>
            <a:chOff x="4201447" y="3817349"/>
            <a:chExt cx="346024" cy="345674"/>
          </a:xfrm>
        </p:grpSpPr>
        <p:sp>
          <p:nvSpPr>
            <p:cNvPr id="44" name="Google Shape;2453;p118">
              <a:extLst>
                <a:ext uri="{FF2B5EF4-FFF2-40B4-BE49-F238E27FC236}">
                  <a16:creationId xmlns:a16="http://schemas.microsoft.com/office/drawing/2014/main" id="{45C0ECD9-2C80-6932-AB7A-EA5DE9A51F90}"/>
                </a:ext>
              </a:extLst>
            </p:cNvPr>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454;p118">
              <a:extLst>
                <a:ext uri="{FF2B5EF4-FFF2-40B4-BE49-F238E27FC236}">
                  <a16:creationId xmlns:a16="http://schemas.microsoft.com/office/drawing/2014/main" id="{8B8C3266-CF7C-E6BF-8146-BBEB01E285EF}"/>
                </a:ext>
              </a:extLst>
            </p:cNvPr>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3" name="applause.wav"/>
          </p:stSnd>
        </p:sndAc>
      </p:transition>
    </mc:Choice>
    <mc:Fallback xmlns="">
      <p:transition spd="slow">
        <p:fade/>
        <p:sndAc>
          <p:stSnd>
            <p:snd r:embed="rId6" name="applause.wav"/>
          </p:stSnd>
        </p:sndAc>
      </p:transition>
    </mc:Fallback>
  </mc:AlternateContent>
</p:sld>
</file>

<file path=ppt/theme/theme1.xml><?xml version="1.0" encoding="utf-8"?>
<a:theme xmlns:a="http://schemas.openxmlformats.org/drawingml/2006/main" name="Popic Café Company Profile XL by Slidesgo">
  <a:themeElements>
    <a:clrScheme name="Simple Light">
      <a:dk1>
        <a:srgbClr val="823E43"/>
      </a:dk1>
      <a:lt1>
        <a:srgbClr val="F9F0E8"/>
      </a:lt1>
      <a:dk2>
        <a:srgbClr val="2F1425"/>
      </a:dk2>
      <a:lt2>
        <a:srgbClr val="823E43"/>
      </a:lt2>
      <a:accent1>
        <a:srgbClr val="F9F0E8"/>
      </a:accent1>
      <a:accent2>
        <a:srgbClr val="2F1425"/>
      </a:accent2>
      <a:accent3>
        <a:srgbClr val="823E43"/>
      </a:accent3>
      <a:accent4>
        <a:srgbClr val="F9F0E8"/>
      </a:accent4>
      <a:accent5>
        <a:srgbClr val="2F1425"/>
      </a:accent5>
      <a:accent6>
        <a:srgbClr val="823E43"/>
      </a:accent6>
      <a:hlink>
        <a:srgbClr val="2F142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5289</TotalTime>
  <Words>442</Words>
  <Application>Microsoft Office PowerPoint</Application>
  <PresentationFormat>On-screen Show (16:9)</PresentationFormat>
  <Paragraphs>91</Paragraphs>
  <Slides>18</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Red Hat Text</vt:lpstr>
      <vt:lpstr>Calibri</vt:lpstr>
      <vt:lpstr>Kenao Sans Serif</vt:lpstr>
      <vt:lpstr>Lexend Exa</vt:lpstr>
      <vt:lpstr>Popic Café Company Profile XL by Slidesgo</vt:lpstr>
      <vt:lpstr> Coffee Shop  System  Summer Training Project</vt:lpstr>
      <vt:lpstr>OBJECTIVE</vt:lpstr>
      <vt:lpstr>KEY FUNCTIONALITIES</vt:lpstr>
      <vt:lpstr>KEY FUNCTIONALITIES</vt:lpstr>
      <vt:lpstr>TABLE OF CONTENTS</vt:lpstr>
      <vt:lpstr>Literature Review </vt:lpstr>
      <vt:lpstr>Literature Review </vt:lpstr>
      <vt:lpstr>System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Coffee Shop  System  COMPANY PROFILE</dc:title>
  <dc:creator>hp</dc:creator>
  <cp:lastModifiedBy>Malak Yazbek</cp:lastModifiedBy>
  <cp:revision>89</cp:revision>
  <dcterms:modified xsi:type="dcterms:W3CDTF">2025-08-31T21:38:53Z</dcterms:modified>
</cp:coreProperties>
</file>